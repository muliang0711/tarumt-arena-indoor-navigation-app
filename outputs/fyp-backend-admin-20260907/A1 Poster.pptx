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29a9d69136423b" /><Relationship Type="http://schemas.openxmlformats.org/officeDocument/2006/relationships/extended-properties" Target="/docProps/app.xml" Id="R4db87b4b74654130" /><Relationship Type="http://schemas.openxmlformats.org/officeDocument/2006/relationships/officeDocument" Target="/ppt/presentation.xml" Id="R557e8e2fa8c046b3" /></Relationships>
</file>

<file path=ppt/presentation.xml><?xml version="1.0" encoding="utf-8"?>
<p:presentation xmlns:p="http://schemas.openxmlformats.org/presentationml/2006/main">
  <p:sldMasterIdLst>
    <p:sldMasterId xmlns:r="http://schemas.openxmlformats.org/officeDocument/2006/relationships" id="2147483648" r:id="Rbaa30a9e64b646c1"/>
  </p:sldMasterIdLst>
  <p:notesMasterIdLst>
    <p:notesMasterId xmlns:r="http://schemas.openxmlformats.org/officeDocument/2006/relationships" r:id="R8bfd9f0b95744cac"/>
  </p:notesMasterIdLst>
  <p:sldIdLst>
    <p:sldId xmlns:r="http://schemas.openxmlformats.org/officeDocument/2006/relationships" id="256" r:id="R3fc2aab8e08f40af"/>
  </p:sldIdLst>
  <p:sldSz cx="21396325" cy="302672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6520d97ba804e5a" /><Relationship Type="http://schemas.openxmlformats.org/officeDocument/2006/relationships/slideMaster" Target="/ppt/slideMasters/slideMaster1.xml" Id="Rbaa30a9e64b646c1" /><Relationship Type="http://schemas.openxmlformats.org/officeDocument/2006/relationships/notesMaster" Target="/ppt/notesMasters/notesMaster1.xml" Id="R8bfd9f0b95744cac" /><Relationship Type="http://schemas.openxmlformats.org/officeDocument/2006/relationships/presProps" Target="/ppt/presProps.xml" Id="Rcade92dd361c4143" /><Relationship Type="http://schemas.openxmlformats.org/officeDocument/2006/relationships/viewProps" Target="/ppt/viewProps.xml" Id="Rcba35cbbe89c4373" /><Relationship Type="http://schemas.openxmlformats.org/officeDocument/2006/relationships/tableStyles" Target="/ppt/tableStyles.xml" Id="R9d892e31a6654f3a" /><Relationship Type="http://schemas.openxmlformats.org/officeDocument/2006/relationships/slide" Target="/ppt/slides/slide1.xml" Id="R3fc2aab8e08f40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31957ff59345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lumMod val="110000"/>
                <a:satMod val="105000"/>
                <a:alpha val="100000"/>
              </a:schemeClr>
            </a:gs>
            <a:gs pos="100000">
              <a:schemeClr val="phClr">
                <a:tint val="78000"/>
                <a:lumMod val="100000"/>
                <a:satMod val="109000"/>
                <a:alpha val="92000"/>
              </a:schemeClr>
            </a:gs>
          </a:gsLst>
          <a:lin ang="5400000" scaled="0"/>
        </a:gradFill>
        <a:gradFill rotWithShape="1">
          <a:gsLst>
            <a:gs pos="0">
              <a:schemeClr val="phClr">
                <a:tint val="98000"/>
                <a:lumMod val="104000"/>
                <a:satMod val="110000"/>
              </a:schemeClr>
            </a:gs>
            <a:gs pos="69000">
              <a:schemeClr val="phClr">
                <a:shade val="88000"/>
                <a:lumMod val="92000"/>
                <a:satMod val="130000"/>
              </a:schemeClr>
            </a:gs>
            <a:gs pos="100000">
              <a:schemeClr val="phClr">
                <a:shade val="78000"/>
                <a:lumMod val="92000"/>
                <a:satMod val="130000"/>
              </a:schemeClr>
            </a:gs>
          </a:gsLst>
          <a:lin ang="5400000" scaled="0"/>
        </a:gradFill>
      </a:fillStyleLst>
      <a:lnStyleLst>
        <a:ln w="9525">
          <a:solidFill>
            <a:schemeClr val="ph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effectStyle>
      </a:effectStyleLst>
      <a:bgFillStyleLst>
        <a:solidFill>
          <a:schemeClr val="phClr"/>
        </a:solidFill>
        <a:solidFill>
          <a:schemeClr val="phClr"/>
        </a:solidFill>
        <a:gradFill rotWithShape="1">
          <a:gsLst>
            <a:gs pos="0">
              <a:schemeClr val="phClr">
                <a:tint val="94000"/>
                <a:lumMod val="106000"/>
                <a:satMod val="80000"/>
              </a:schemeClr>
            </a:gs>
            <a:gs pos="100000">
              <a:schemeClr val="phClr">
                <a:shade val="80000"/>
              </a:schemeClr>
            </a:gs>
          </a:gsLst>
          <a:path path="circle">
            <a:fillToRect l="43000" t="0" r="43000" b="10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8c86d8f93a49f2" /><Relationship Type="http://schemas.openxmlformats.org/officeDocument/2006/relationships/notesMaster" Target="/ppt/notesMasters/notesMaster1.xml" Id="R5058b29432c74a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Campus Navigator: Backend System and Web-Based Administration Client</a:t>
            </a:r>
          </a:p>
          <a:p xmlns:a="http://schemas.openxmlformats.org/drawingml/2006/main">
            <a:r>
              <a:t>Author: Pui Hock Yang, 24WMR01790</a:t>
            </a:r>
          </a:p>
          <a:p xmlns:a="http://schemas.openxmlformats.org/drawingml/2006/main">
            <a:r>
              <a:t>Supervisor: Prof. Ts. Dr. Tew Yiqi</a:t>
            </a:r>
          </a:p>
          <a:p xmlns:a="http://schemas.openxmlformats.org/drawingml/2006/main">
            <a:r>
              <a:t>Source map: project admin-web/public/floor-2.png. Implementation sources: admin-web; services/presence-gateway; services/trajectory-worker; services/analytics-api; dev/verify-admin-local.mjs; deploy/FRONTEND-GCP.md. The 100-session result refers to earlier local synthetic verification, not 100 real participants or a fresh test during report preparation. Google Cloud deployment is planned, not verified. The original poster structure, logo, frame positions and header treatment are retained. Construction and Testing was replaced with System Features at the user’s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f2fac0b58f4d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4d921a15b3415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a7e339fb0e48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312b7688d641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dfc58e536642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3f0396fdcb41b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cdcf5166f52464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6686538687c4bf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532cce225cd4f3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e6052bf5d30496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3af0450c9704278" /></Relationships>
</file>

<file path=ppt/slideLayouts/slideLayout1.xml><?xml version="1.0" encoding="utf-8"?>
<p:sldLayout xmlns:p="http://schemas.openxmlformats.org/presentationml/2006/main" showMasterSp="0"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8437482-6C5E-4170-A091-936CB73A303D}"/>
              </a:ext>
            </a:extLst>
          </p:cNvPr>
          <p:cNvSpPr>
            <a:spLocks xmlns:a="http://schemas.openxmlformats.org/drawingml/2006/main" noGrp="1"/>
          </p:cNvSpPr>
          <p:nvPr>
            <p:ph type="ctrTitle" idx="0"/>
          </p:nvPr>
        </p:nvSpPr>
        <p:spPr>
          <a:xfrm xmlns:a="http://schemas.openxmlformats.org/drawingml/2006/main">
            <a:off x="5607223" y="3540892"/>
            <a:ext cx="13146934" cy="11216417"/>
          </a:xfrm>
        </p:spPr>
        <p:txBody>
          <a:bodyPr xmlns:a="http://schemas.openxmlformats.org/drawingml/2006/main" bIns="0" anchor="b">
            <a:normAutofit/>
          </a:bodyPr>
          <a:lstStyle xmlns:a="http://schemas.openxmlformats.org/drawingml/2006/main">
            <a:lvl1pPr algn="l">
              <a:buNone/>
              <a:defRPr sz="8841"/>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19C6D29-88B1-435F-80FB-65AF3AC8BEBB}"/>
              </a:ext>
            </a:extLst>
          </p:cNvPr>
          <p:cNvSpPr>
            <a:spLocks xmlns:a="http://schemas.openxmlformats.org/drawingml/2006/main" noGrp="1"/>
          </p:cNvSpPr>
          <p:nvPr>
            <p:ph type="subTitle" idx="1"/>
          </p:nvPr>
        </p:nvSpPr>
        <p:spPr>
          <a:xfrm xmlns:a="http://schemas.openxmlformats.org/drawingml/2006/main">
            <a:off x="5607223" y="15584718"/>
            <a:ext cx="13146934" cy="4314658"/>
          </a:xfrm>
        </p:spPr>
        <p:txBody>
          <a:bodyPr xmlns:a="http://schemas.openxmlformats.org/drawingml/2006/main" tIns="91440" bIns="91440">
            <a:normAutofit/>
          </a:bodyPr>
          <a:lstStyle xmlns:a="http://schemas.openxmlformats.org/drawingml/2006/main">
            <a:lvl1pPr marL="0" indent="0" algn="l">
              <a:buNone/>
              <a:defRPr sz="2620" b="0" cap="all" baseline="0">
                <a:solidFill>
                  <a:schemeClr val="tx1"/>
                </a:solidFill>
              </a:defRPr>
            </a:lvl1pPr>
            <a:lvl2pPr marL="561406" indent="0" algn="ctr">
              <a:buNone/>
              <a:defRPr sz="2456"/>
            </a:lvl2pPr>
            <a:lvl3pPr marL="1122812" indent="0" algn="ctr">
              <a:buNone/>
              <a:defRPr sz="2210"/>
            </a:lvl3pPr>
            <a:lvl4pPr marL="1684218" indent="0" algn="ctr">
              <a:buNone/>
              <a:defRPr sz="1964"/>
            </a:lvl4pPr>
            <a:lvl5pPr marL="2245625" indent="0" algn="ctr">
              <a:buNone/>
              <a:defRPr sz="1964"/>
            </a:lvl5pPr>
            <a:lvl6pPr marL="2807030" indent="0" algn="ctr">
              <a:buNone/>
              <a:defRPr sz="1964"/>
            </a:lvl6pPr>
            <a:lvl7pPr marL="3368436" indent="0" algn="ctr">
              <a:buNone/>
              <a:defRPr sz="1964"/>
            </a:lvl7pPr>
            <a:lvl8pPr marL="3929842" indent="0" algn="ctr">
              <a:buNone/>
              <a:defRPr sz="1964"/>
            </a:lvl8pPr>
            <a:lvl9pPr marL="4491248" indent="0" algn="ctr">
              <a:buNone/>
              <a:defRPr sz="1964"/>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006C454-F9D0-4405-9269-2E84EEA48C7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7FC8CFA-A418-4BD6-80F4-AC29D1B69495}" type="datetimeFigureOut">
              <a:t>7/7/2025</a:t>
            </a:fld>
            <a:endParaRPr/>
          </a:p>
        </p:txBody>
      </p:sp>
      <p:sp>
        <p:nvSpPr>
          <p:cNvPr id="5" name="Footer Placeholder 4">
            <a:extLst xmlns:a="http://schemas.openxmlformats.org/drawingml/2006/main">
              <a:ext uri="{FF2B5EF4-FFF2-40B4-BE49-F238E27FC236}">
                <a16:creationId xmlns:a16="http://schemas.microsoft.com/office/drawing/2014/main" id="{41768584-2DBB-419F-898C-EB41F388207A}"/>
              </a:ext>
            </a:extLst>
          </p:cNvPr>
          <p:cNvSpPr>
            <a:spLocks xmlns:a="http://schemas.openxmlformats.org/drawingml/2006/main" noGrp="1"/>
          </p:cNvSpPr>
          <p:nvPr>
            <p:ph type="ftr" idx="11"/>
          </p:nvPr>
        </p:nvSpPr>
        <p:spPr>
          <a:xfrm xmlns:a="http://schemas.openxmlformats.org/drawingml/2006/main">
            <a:off x="5607222" y="1453381"/>
            <a:ext cx="7221709" cy="1364636"/>
          </a:xfr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A85C004-022A-4067-89E0-D3EA63AB1A3F}"/>
              </a:ext>
            </a:extLst>
          </p:cNvPr>
          <p:cNvSpPr>
            <a:spLocks xmlns:a="http://schemas.openxmlformats.org/drawingml/2006/main" noGrp="1"/>
          </p:cNvSpPr>
          <p:nvPr>
            <p:ph type="sldNum" idx="12"/>
          </p:nvPr>
        </p:nvSpPr>
        <p:spPr>
          <a:xfrm xmlns:a="http://schemas.openxmlformats.org/drawingml/2006/main">
            <a:off x="3357108" y="3526210"/>
            <a:ext cx="1876637" cy="2222504"/>
          </a:xfrm>
        </p:spPr>
        <p:txBody>
          <a:bodyPr xmlns:a="http://schemas.openxmlformats.org/drawingml/2006/main"/>
          <a:lstStyle xmlns:a="http://schemas.openxmlformats.org/drawingml/2006/main"/>
          <a:p xmlns:a="http://schemas.openxmlformats.org/drawingml/2006/main">
            <a:fld id="{FA12F617-DA18-4316-8F55-4EF5B7D6BC5B}" type="slidenum">
              <a:t>‹#›</a:t>
            </a:fld>
            <a:endParaRPr/>
          </a:p>
        </p:txBody>
      </p:sp>
      <p:sp>
        <p:nvSpPr>
          <p:cNvPr id="15" name="Straight Connector 14">
            <a:extLst xmlns:a="http://schemas.openxmlformats.org/drawingml/2006/main">
              <a:ext uri="{FF2B5EF4-FFF2-40B4-BE49-F238E27FC236}">
                <a16:creationId xmlns:a16="http://schemas.microsoft.com/office/drawing/2014/main" id="{E7FBA406-940C-4FDD-A2DE-7ED6B45013F8}"/>
              </a:ext>
            </a:extLst>
          </p:cNvPr>
          <p:cNvSpPr>
            <a:spLocks xmlns:a="http://schemas.openxmlformats.org/drawingml/2006/main" noGrp="1"/>
          </p:cNvSpPr>
          <p:nvPr/>
        </p:nvSpPr>
        <p:spPr>
          <a:xfrm xmlns:a="http://schemas.openxmlformats.org/drawingml/2006/main">
            <a:off x="5607223" y="15572959"/>
            <a:ext cx="13146934" cy="0"/>
          </a:xfrm>
          <a:prstGeom xmlns:a="http://schemas.openxmlformats.org/drawingml/2006/main" prst="line">
            <a:avLst/>
          </a:prstGeom>
          <a:ln xmlns:a="http://schemas.openxmlformats.org/drawingml/2006/main" w="31750"/>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Tree>
  </p:cSld>
</p:sldLayout>
</file>

<file path=ppt/slideLayouts/slideLayout2.xml><?xml version="1.0" encoding="utf-8"?>
<p:sldLayout xmlns:p="http://schemas.openxmlformats.org/presentationml/2006/main" showMasterSp="0"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93913A-E88B-4CFF-9B43-BA0AA6DB66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A53CEDE-E742-4F2E-995B-A8E342F87A75}"/>
              </a:ext>
            </a:extLst>
          </p:cNvPr>
          <p:cNvSpPr>
            <a:spLocks xmlns:a="http://schemas.openxmlformats.org/drawingml/2006/main" noGrp="1"/>
          </p:cNvSpPr>
          <p:nvPr>
            <p:ph idx="1"/>
          </p:nvPr>
        </p:nvSpPr>
        <p:spPr/>
        <p:txBody>
          <a:bodyPr xmlns:a="http://schemas.openxmlformats.org/drawingml/2006/main" ancho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DD0A9D5-6BE7-45B2-8867-A30D5F75D7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7FC8CFA-A418-4BD6-80F4-AC29D1B69495}" type="datetimeFigureOut">
              <a:t>7/7/2025</a:t>
            </a:fld>
            <a:endParaRPr/>
          </a:p>
        </p:txBody>
      </p:sp>
      <p:sp>
        <p:nvSpPr>
          <p:cNvPr id="5" name="Footer Placeholder 4">
            <a:extLst xmlns:a="http://schemas.openxmlformats.org/drawingml/2006/main">
              <a:ext uri="{FF2B5EF4-FFF2-40B4-BE49-F238E27FC236}">
                <a16:creationId xmlns:a16="http://schemas.microsoft.com/office/drawing/2014/main" id="{836B8E9A-43AA-4009-B6F0-E29908AA74E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9B3785C-0D9E-4735-A1F4-E5A3C91B90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A12F617-DA18-4316-8F55-4EF5B7D6BC5B}" type="slidenum">
              <a:t>‹#›</a:t>
            </a:fld>
            <a:endParaRPr/>
          </a:p>
        </p:txBody>
      </p:sp>
      <p:sp>
        <p:nvSpPr>
          <p:cNvPr id="33" name="Straight Connector 32">
            <a:extLst xmlns:a="http://schemas.openxmlformats.org/drawingml/2006/main">
              <a:ext uri="{FF2B5EF4-FFF2-40B4-BE49-F238E27FC236}">
                <a16:creationId xmlns:a16="http://schemas.microsoft.com/office/drawing/2014/main" id="{8D8904B6-42EB-4C27-B6E7-3FE1F6D588A0}"/>
              </a:ext>
            </a:extLst>
          </p:cNvPr>
          <p:cNvSpPr>
            <a:spLocks xmlns:a="http://schemas.openxmlformats.org/drawingml/2006/main" noGrp="1"/>
          </p:cNvSpPr>
          <p:nvPr/>
        </p:nvSpPr>
        <p:spPr>
          <a:xfrm xmlns:a="http://schemas.openxmlformats.org/drawingml/2006/main">
            <a:off x="3377672" y="8151986"/>
            <a:ext cx="15376486" cy="0"/>
          </a:xfrm>
          <a:prstGeom xmlns:a="http://schemas.openxmlformats.org/drawingml/2006/main" prst="line">
            <a:avLst/>
          </a:prstGeom>
          <a:ln xmlns:a="http://schemas.openxmlformats.org/drawingml/2006/main" w="31750"/>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Tree>
  </p:cSld>
</p:sldLayout>
</file>

<file path=ppt/slideLayouts/slideLayout3.xml><?xml version="1.0" encoding="utf-8"?>
<p:sldLayout xmlns:p="http://schemas.openxmlformats.org/presentationml/2006/main" showMasterSp="0"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1845A6-1A5B-492B-B29E-D5D8AC6076A8}"/>
              </a:ext>
            </a:extLst>
          </p:cNvPr>
          <p:cNvSpPr>
            <a:spLocks xmlns:a="http://schemas.openxmlformats.org/drawingml/2006/main" noGrp="1"/>
          </p:cNvSpPr>
          <p:nvPr>
            <p:ph type="title" idx="0"/>
          </p:nvPr>
        </p:nvSpPr>
        <p:spPr>
          <a:xfrm xmlns:a="http://schemas.openxmlformats.org/drawingml/2006/main">
            <a:off x="3377671" y="7750553"/>
            <a:ext cx="13143395" cy="8332327"/>
          </a:xfrm>
        </p:spPr>
        <p:txBody>
          <a:bodyPr xmlns:a="http://schemas.openxmlformats.org/drawingml/2006/main" anchor="b">
            <a:normAutofit/>
          </a:bodyPr>
          <a:lstStyle xmlns:a="http://schemas.openxmlformats.org/drawingml/2006/main">
            <a:lvl1pPr algn="l">
              <a:buNone/>
              <a:defRPr sz="5239"/>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EF0C4E2-6C65-40A0-B8EA-E8913CB4194C}"/>
              </a:ext>
            </a:extLst>
          </p:cNvPr>
          <p:cNvSpPr>
            <a:spLocks xmlns:a="http://schemas.openxmlformats.org/drawingml/2006/main" noGrp="1"/>
          </p:cNvSpPr>
          <p:nvPr>
            <p:ph type="body" idx="1"/>
          </p:nvPr>
        </p:nvSpPr>
        <p:spPr>
          <a:xfrm xmlns:a="http://schemas.openxmlformats.org/drawingml/2006/main">
            <a:off x="3377674" y="16798371"/>
            <a:ext cx="13143395" cy="4470487"/>
          </a:xfrm>
        </p:spPr>
        <p:txBody>
          <a:bodyPr xmlns:a="http://schemas.openxmlformats.org/drawingml/2006/main" tIns="91440">
            <a:normAutofit/>
          </a:bodyPr>
          <a:lstStyle xmlns:a="http://schemas.openxmlformats.org/drawingml/2006/main">
            <a:lvl1pPr marL="0" indent="0" algn="l">
              <a:buNone/>
              <a:defRPr sz="2947">
                <a:solidFill>
                  <a:schemeClr val="tx1"/>
                </a:solidFill>
              </a:defRPr>
            </a:lvl1pPr>
            <a:lvl2pPr marL="561406" indent="0">
              <a:buNone/>
              <a:defRPr sz="2456">
                <a:solidFill>
                  <a:schemeClr val="tx1">
                    <a:tint val="75000"/>
                  </a:schemeClr>
                </a:solidFill>
              </a:defRPr>
            </a:lvl2pPr>
            <a:lvl3pPr marL="1122812" indent="0">
              <a:buNone/>
              <a:defRPr sz="2210">
                <a:solidFill>
                  <a:schemeClr val="tx1">
                    <a:tint val="75000"/>
                  </a:schemeClr>
                </a:solidFill>
              </a:defRPr>
            </a:lvl3pPr>
            <a:lvl4pPr marL="1684218" indent="0">
              <a:buNone/>
              <a:defRPr sz="1964">
                <a:solidFill>
                  <a:schemeClr val="tx1">
                    <a:tint val="75000"/>
                  </a:schemeClr>
                </a:solidFill>
              </a:defRPr>
            </a:lvl4pPr>
            <a:lvl5pPr marL="2245625" indent="0">
              <a:buNone/>
              <a:defRPr sz="1964">
                <a:solidFill>
                  <a:schemeClr val="tx1">
                    <a:tint val="75000"/>
                  </a:schemeClr>
                </a:solidFill>
              </a:defRPr>
            </a:lvl5pPr>
            <a:lvl6pPr marL="2807030" indent="0">
              <a:buNone/>
              <a:defRPr sz="1964">
                <a:solidFill>
                  <a:schemeClr val="tx1">
                    <a:tint val="75000"/>
                  </a:schemeClr>
                </a:solidFill>
              </a:defRPr>
            </a:lvl6pPr>
            <a:lvl7pPr marL="3368436" indent="0">
              <a:buNone/>
              <a:defRPr sz="1964">
                <a:solidFill>
                  <a:schemeClr val="tx1">
                    <a:tint val="75000"/>
                  </a:schemeClr>
                </a:solidFill>
              </a:defRPr>
            </a:lvl7pPr>
            <a:lvl8pPr marL="3929842" indent="0">
              <a:buNone/>
              <a:defRPr sz="1964">
                <a:solidFill>
                  <a:schemeClr val="tx1">
                    <a:tint val="75000"/>
                  </a:schemeClr>
                </a:solidFill>
              </a:defRPr>
            </a:lvl8pPr>
            <a:lvl9pPr marL="4491248" indent="0">
              <a:buNone/>
              <a:defRPr sz="1964">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9EFF4F98-7A59-4834-AB36-97C2773557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7FC8CFA-A418-4BD6-80F4-AC29D1B69495}" type="datetimeFigureOut">
              <a:t>7/7/2025</a:t>
            </a:fld>
            <a:endParaRPr/>
          </a:p>
        </p:txBody>
      </p:sp>
      <p:sp>
        <p:nvSpPr>
          <p:cNvPr id="5" name="Footer Placeholder 4">
            <a:extLst xmlns:a="http://schemas.openxmlformats.org/drawingml/2006/main">
              <a:ext uri="{FF2B5EF4-FFF2-40B4-BE49-F238E27FC236}">
                <a16:creationId xmlns:a16="http://schemas.microsoft.com/office/drawing/2014/main" id="{C568F1A0-F753-420E-893A-38BC1E4FC9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54F60E6-FA0F-446E-9E63-C750848E4E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A12F617-DA18-4316-8F55-4EF5B7D6BC5B}" type="slidenum">
              <a:t>‹#›</a:t>
            </a:fld>
            <a:endParaRPr/>
          </a:p>
        </p:txBody>
      </p:sp>
      <p:sp>
        <p:nvSpPr>
          <p:cNvPr id="15" name="Straight Connector 14">
            <a:extLst xmlns:a="http://schemas.openxmlformats.org/drawingml/2006/main">
              <a:ext uri="{FF2B5EF4-FFF2-40B4-BE49-F238E27FC236}">
                <a16:creationId xmlns:a16="http://schemas.microsoft.com/office/drawing/2014/main" id="{57B7A417-2888-4339-9AA0-A379B751449E}"/>
              </a:ext>
            </a:extLst>
          </p:cNvPr>
          <p:cNvSpPr>
            <a:spLocks xmlns:a="http://schemas.openxmlformats.org/drawingml/2006/main" noGrp="1"/>
          </p:cNvSpPr>
          <p:nvPr/>
        </p:nvSpPr>
        <p:spPr>
          <a:xfrm xmlns:a="http://schemas.openxmlformats.org/drawingml/2006/main">
            <a:off x="3377671" y="16793020"/>
            <a:ext cx="13143395" cy="0"/>
          </a:xfrm>
          <a:prstGeom xmlns:a="http://schemas.openxmlformats.org/drawingml/2006/main" prst="line">
            <a:avLst/>
          </a:prstGeom>
          <a:ln xmlns:a="http://schemas.openxmlformats.org/drawingml/2006/main" w="31750"/>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Tree>
  </p:cSld>
</p:sldLayout>
</file>

<file path=ppt/slideLayouts/slideLayout4.xml><?xml version="1.0" encoding="utf-8"?>
<p:sldLayout xmlns:p="http://schemas.openxmlformats.org/presentationml/2006/main" showMasterSp="0"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AB32E7-3E7F-4094-A5FB-39ACF1D98449}"/>
              </a:ext>
            </a:extLst>
          </p:cNvPr>
          <p:cNvSpPr>
            <a:spLocks xmlns:a="http://schemas.openxmlformats.org/drawingml/2006/main" noGrp="1"/>
          </p:cNvSpPr>
          <p:nvPr>
            <p:ph type="title" idx="0"/>
          </p:nvPr>
        </p:nvSpPr>
        <p:spPr>
          <a:xfrm xmlns:a="http://schemas.openxmlformats.org/drawingml/2006/main">
            <a:off x="3377672" y="3552324"/>
            <a:ext cx="15376486" cy="4675164"/>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F0C3566-A402-484D-AB81-D15202B1C5B4}"/>
              </a:ext>
            </a:extLst>
          </p:cNvPr>
          <p:cNvSpPr>
            <a:spLocks xmlns:a="http://schemas.openxmlformats.org/drawingml/2006/main" noGrp="1"/>
          </p:cNvSpPr>
          <p:nvPr>
            <p:ph idx="1"/>
          </p:nvPr>
        </p:nvSpPr>
        <p:spPr>
          <a:xfrm xmlns:a="http://schemas.openxmlformats.org/drawingml/2006/main">
            <a:off x="3377670" y="8888359"/>
            <a:ext cx="7314321" cy="15171416"/>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3A3B5278-E5AC-4D59-BE0E-7E1BE93E6DC6}"/>
              </a:ext>
            </a:extLst>
          </p:cNvPr>
          <p:cNvSpPr>
            <a:spLocks xmlns:a="http://schemas.openxmlformats.org/drawingml/2006/main" noGrp="1"/>
          </p:cNvSpPr>
          <p:nvPr>
            <p:ph idx="2"/>
          </p:nvPr>
        </p:nvSpPr>
        <p:spPr>
          <a:xfrm xmlns:a="http://schemas.openxmlformats.org/drawingml/2006/main">
            <a:off x="11440349" y="8888360"/>
            <a:ext cx="7313809" cy="15171412"/>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07EDBBF2-B5D0-4E90-911B-22FF143B84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7FC8CFA-A418-4BD6-80F4-AC29D1B69495}" type="datetimeFigureOut">
              <a:t>7/7/2025</a:t>
            </a:fld>
            <a:endParaRPr/>
          </a:p>
        </p:txBody>
      </p:sp>
      <p:sp>
        <p:nvSpPr>
          <p:cNvPr id="6" name="Footer Placeholder 5">
            <a:extLst xmlns:a="http://schemas.openxmlformats.org/drawingml/2006/main">
              <a:ext uri="{FF2B5EF4-FFF2-40B4-BE49-F238E27FC236}">
                <a16:creationId xmlns:a16="http://schemas.microsoft.com/office/drawing/2014/main" id="{E6863B87-147A-495E-936F-E05BFC4556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F793ACC-87AC-4BA1-A53F-780D368E8A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A12F617-DA18-4316-8F55-4EF5B7D6BC5B}" type="slidenum">
              <a:t>‹#›</a:t>
            </a:fld>
            <a:endParaRPr/>
          </a:p>
        </p:txBody>
      </p:sp>
      <p:sp>
        <p:nvSpPr>
          <p:cNvPr id="33" name="Straight Connector 32">
            <a:extLst xmlns:a="http://schemas.openxmlformats.org/drawingml/2006/main">
              <a:ext uri="{FF2B5EF4-FFF2-40B4-BE49-F238E27FC236}">
                <a16:creationId xmlns:a16="http://schemas.microsoft.com/office/drawing/2014/main" id="{227D2D5E-21F2-43B4-8151-886E4C746F4E}"/>
              </a:ext>
            </a:extLst>
          </p:cNvPr>
          <p:cNvSpPr>
            <a:spLocks xmlns:a="http://schemas.openxmlformats.org/drawingml/2006/main" noGrp="1"/>
          </p:cNvSpPr>
          <p:nvPr/>
        </p:nvSpPr>
        <p:spPr>
          <a:xfrm xmlns:a="http://schemas.openxmlformats.org/drawingml/2006/main">
            <a:off x="3377672" y="8151986"/>
            <a:ext cx="15376486" cy="0"/>
          </a:xfrm>
          <a:prstGeom xmlns:a="http://schemas.openxmlformats.org/drawingml/2006/main" prst="line">
            <a:avLst/>
          </a:prstGeom>
          <a:ln xmlns:a="http://schemas.openxmlformats.org/drawingml/2006/main" w="31750"/>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Tree>
  </p:cSld>
</p:sldLayout>
</file>

<file path=ppt/slideLayouts/slideLayout5.xml><?xml version="1.0" encoding="utf-8"?>
<p:sldLayout xmlns:p="http://schemas.openxmlformats.org/presentationml/2006/main" showMasterSp="0" type="twoTxTwoObj" preserve="1">
  <p:cSld name="Comparison">
    <p:spTree>
      <p:nvGrpSpPr>
        <p:cNvPr id="1" name=""/>
        <p:cNvGrpSpPr/>
        <p:nvPr/>
      </p:nvGrpSpPr>
      <p:grpSpPr>
        <a:xfrm xmlns:a="http://schemas.openxmlformats.org/drawingml/2006/main"/>
      </p:grpSpPr>
      <p:sp>
        <p:nvSpPr>
          <p:cNvPr id="36" name="Straight Connector 35">
            <a:extLst xmlns:a="http://schemas.openxmlformats.org/drawingml/2006/main">
              <a:ext uri="{FF2B5EF4-FFF2-40B4-BE49-F238E27FC236}">
                <a16:creationId xmlns:a16="http://schemas.microsoft.com/office/drawing/2014/main" id="{36B0E2B4-EB83-413C-B4BF-482E60E98D05}"/>
              </a:ext>
            </a:extLst>
          </p:cNvPr>
          <p:cNvSpPr>
            <a:spLocks xmlns:a="http://schemas.openxmlformats.org/drawingml/2006/main" noGrp="1"/>
          </p:cNvSpPr>
          <p:nvPr/>
        </p:nvSpPr>
        <p:spPr>
          <a:xfrm xmlns:a="http://schemas.openxmlformats.org/drawingml/2006/main">
            <a:off x="3377672" y="8151986"/>
            <a:ext cx="15376486" cy="0"/>
          </a:xfrm>
          <a:prstGeom xmlns:a="http://schemas.openxmlformats.org/drawingml/2006/main" prst="line">
            <a:avLst/>
          </a:prstGeom>
          <a:ln xmlns:a="http://schemas.openxmlformats.org/drawingml/2006/main" w="31750"/>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
        <p:nvSpPr>
          <p:cNvPr id="2" name="Title 1">
            <a:extLst xmlns:a="http://schemas.openxmlformats.org/drawingml/2006/main">
              <a:ext uri="{FF2B5EF4-FFF2-40B4-BE49-F238E27FC236}">
                <a16:creationId xmlns:a16="http://schemas.microsoft.com/office/drawing/2014/main" id="{C3DA75BF-0E49-4895-ADCE-51B7DA0A2DD5}"/>
              </a:ext>
            </a:extLst>
          </p:cNvPr>
          <p:cNvSpPr>
            <a:spLocks xmlns:a="http://schemas.openxmlformats.org/drawingml/2006/main" noGrp="1"/>
          </p:cNvSpPr>
          <p:nvPr>
            <p:ph type="title" idx="0"/>
          </p:nvPr>
        </p:nvSpPr>
        <p:spPr>
          <a:xfrm xmlns:a="http://schemas.openxmlformats.org/drawingml/2006/main">
            <a:off x="3377672" y="3549126"/>
            <a:ext cx="15376488" cy="466198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D89F959-F53C-4053-8EB4-1BACEC652FDF}"/>
              </a:ext>
            </a:extLst>
          </p:cNvPr>
          <p:cNvSpPr>
            <a:spLocks xmlns:a="http://schemas.openxmlformats.org/drawingml/2006/main" noGrp="1"/>
          </p:cNvSpPr>
          <p:nvPr>
            <p:ph type="body" idx="1"/>
          </p:nvPr>
        </p:nvSpPr>
        <p:spPr>
          <a:xfrm xmlns:a="http://schemas.openxmlformats.org/drawingml/2006/main">
            <a:off x="3377673" y="8913142"/>
            <a:ext cx="7314075" cy="3539316"/>
          </a:xfrm>
        </p:spPr>
        <p:txBody>
          <a:bodyPr xmlns:a="http://schemas.openxmlformats.org/drawingml/2006/main" anchor="b">
            <a:normAutofit/>
          </a:bodyPr>
          <a:lstStyle xmlns:a="http://schemas.openxmlformats.org/drawingml/2006/main">
            <a:lvl1pPr marL="0" indent="0">
              <a:lnSpc>
                <a:spcPct val="100000"/>
              </a:lnSpc>
              <a:buNone/>
              <a:defRPr sz="3602" b="0" cap="all" baseline="0">
                <a:solidFill>
                  <a:schemeClr val="accent1"/>
                </a:solidFill>
              </a:defRPr>
            </a:lvl1pPr>
            <a:lvl2pPr marL="561406" indent="0">
              <a:buNone/>
              <a:defRPr sz="2456" b="1"/>
            </a:lvl2pPr>
            <a:lvl3pPr marL="1122812" indent="0">
              <a:buNone/>
              <a:defRPr sz="2210" b="1"/>
            </a:lvl3pPr>
            <a:lvl4pPr marL="1684218" indent="0">
              <a:buNone/>
              <a:defRPr sz="1964" b="1"/>
            </a:lvl4pPr>
            <a:lvl5pPr marL="2245625" indent="0">
              <a:buNone/>
              <a:defRPr sz="1964" b="1"/>
            </a:lvl5pPr>
            <a:lvl6pPr marL="2807030" indent="0">
              <a:buNone/>
              <a:defRPr sz="1964" b="1"/>
            </a:lvl6pPr>
            <a:lvl7pPr marL="3368436" indent="0">
              <a:buNone/>
              <a:defRPr sz="1964" b="1"/>
            </a:lvl7pPr>
            <a:lvl8pPr marL="3929842" indent="0">
              <a:buNone/>
              <a:defRPr sz="1964" b="1"/>
            </a:lvl8pPr>
            <a:lvl9pPr marL="4491248" indent="0">
              <a:buNone/>
              <a:defRPr sz="1964"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B18181E9-CB1A-4C16-8D60-A047815099D1}"/>
              </a:ext>
            </a:extLst>
          </p:cNvPr>
          <p:cNvSpPr>
            <a:spLocks xmlns:a="http://schemas.openxmlformats.org/drawingml/2006/main" noGrp="1"/>
          </p:cNvSpPr>
          <p:nvPr>
            <p:ph idx="2"/>
          </p:nvPr>
        </p:nvSpPr>
        <p:spPr>
          <a:xfrm xmlns:a="http://schemas.openxmlformats.org/drawingml/2006/main">
            <a:off x="3377673" y="12464711"/>
            <a:ext cx="7314075" cy="11671115"/>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33AC51C1-DFFC-45EF-9F64-5A8598D9EF9C}"/>
              </a:ext>
            </a:extLst>
          </p:cNvPr>
          <p:cNvSpPr>
            <a:spLocks xmlns:a="http://schemas.openxmlformats.org/drawingml/2006/main" noGrp="1"/>
          </p:cNvSpPr>
          <p:nvPr>
            <p:ph type="body" idx="3"/>
          </p:nvPr>
        </p:nvSpPr>
        <p:spPr>
          <a:xfrm xmlns:a="http://schemas.openxmlformats.org/drawingml/2006/main">
            <a:off x="11440349" y="8928382"/>
            <a:ext cx="7313809" cy="3540614"/>
          </a:xfrm>
        </p:spPr>
        <p:txBody>
          <a:bodyPr xmlns:a="http://schemas.openxmlformats.org/drawingml/2006/main" anchor="b">
            <a:normAutofit/>
          </a:bodyPr>
          <a:lstStyle xmlns:a="http://schemas.openxmlformats.org/drawingml/2006/main">
            <a:lvl1pPr marL="0" indent="0">
              <a:lnSpc>
                <a:spcPct val="100000"/>
              </a:lnSpc>
              <a:buNone/>
              <a:defRPr sz="3602" b="0" cap="all" baseline="0">
                <a:solidFill>
                  <a:schemeClr val="accent1"/>
                </a:solidFill>
              </a:defRPr>
            </a:lvl1pPr>
            <a:lvl2pPr marL="561406" indent="0">
              <a:buNone/>
              <a:defRPr sz="2456" b="1"/>
            </a:lvl2pPr>
            <a:lvl3pPr marL="1122812" indent="0">
              <a:buNone/>
              <a:defRPr sz="2210" b="1"/>
            </a:lvl3pPr>
            <a:lvl4pPr marL="1684218" indent="0">
              <a:buNone/>
              <a:defRPr sz="1964" b="1"/>
            </a:lvl4pPr>
            <a:lvl5pPr marL="2245625" indent="0">
              <a:buNone/>
              <a:defRPr sz="1964" b="1"/>
            </a:lvl5pPr>
            <a:lvl6pPr marL="2807030" indent="0">
              <a:buNone/>
              <a:defRPr sz="1964" b="1"/>
            </a:lvl6pPr>
            <a:lvl7pPr marL="3368436" indent="0">
              <a:buNone/>
              <a:defRPr sz="1964" b="1"/>
            </a:lvl7pPr>
            <a:lvl8pPr marL="3929842" indent="0">
              <a:buNone/>
              <a:defRPr sz="1964" b="1"/>
            </a:lvl8pPr>
            <a:lvl9pPr marL="4491248" indent="0">
              <a:buNone/>
              <a:defRPr sz="1964"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CCE8573A-AA6C-4BBB-B469-809BFFEE2549}"/>
              </a:ext>
            </a:extLst>
          </p:cNvPr>
          <p:cNvSpPr>
            <a:spLocks xmlns:a="http://schemas.openxmlformats.org/drawingml/2006/main" noGrp="1"/>
          </p:cNvSpPr>
          <p:nvPr>
            <p:ph idx="4"/>
          </p:nvPr>
        </p:nvSpPr>
        <p:spPr>
          <a:xfrm xmlns:a="http://schemas.openxmlformats.org/drawingml/2006/main">
            <a:off x="11440349" y="12452446"/>
            <a:ext cx="7313809" cy="11639841"/>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8B8F3ABC-B359-418C-B602-E3DCA38800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7FC8CFA-A418-4BD6-80F4-AC29D1B69495}" type="datetimeFigureOut">
              <a:t>7/7/2025</a:t>
            </a:fld>
            <a:endParaRPr/>
          </a:p>
        </p:txBody>
      </p:sp>
      <p:sp>
        <p:nvSpPr>
          <p:cNvPr id="8" name="Footer Placeholder 7">
            <a:extLst xmlns:a="http://schemas.openxmlformats.org/drawingml/2006/main">
              <a:ext uri="{FF2B5EF4-FFF2-40B4-BE49-F238E27FC236}">
                <a16:creationId xmlns:a16="http://schemas.microsoft.com/office/drawing/2014/main" id="{8290E270-EC92-4F20-88C9-447DBA3B20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E1D5D81F-6482-4F89-BE5F-32FD710B42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A12F617-DA18-4316-8F55-4EF5B7D6BC5B}" type="slidenum">
              <a:t>‹#›</a:t>
            </a:fld>
            <a:endParaRPr/>
          </a:p>
        </p:txBody>
      </p:sp>
    </p:spTree>
  </p:cSld>
</p:sldLayout>
</file>

<file path=ppt/slideLayouts/slideLayout6.xml><?xml version="1.0" encoding="utf-8"?>
<p:sldLayout xmlns:p="http://schemas.openxmlformats.org/presentationml/2006/main" showMasterSp="0" type="titleOnly" preserve="1">
  <p:cSld name="Title Only">
    <p:spTree>
      <p:nvGrpSpPr>
        <p:cNvPr id="1" name=""/>
        <p:cNvGrpSpPr/>
        <p:nvPr/>
      </p:nvGrpSpPr>
      <p:grpSpPr>
        <a:xfrm xmlns:a="http://schemas.openxmlformats.org/drawingml/2006/main"/>
      </p:grpSpPr>
      <p:sp>
        <p:nvSpPr>
          <p:cNvPr id="32" name="Straight Connector 31">
            <a:extLst xmlns:a="http://schemas.openxmlformats.org/drawingml/2006/main">
              <a:ext uri="{FF2B5EF4-FFF2-40B4-BE49-F238E27FC236}">
                <a16:creationId xmlns:a16="http://schemas.microsoft.com/office/drawing/2014/main" id="{E428FDE0-8381-4BC3-A938-62C55053C54F}"/>
              </a:ext>
            </a:extLst>
          </p:cNvPr>
          <p:cNvSpPr>
            <a:spLocks xmlns:a="http://schemas.openxmlformats.org/drawingml/2006/main" noGrp="1"/>
          </p:cNvSpPr>
          <p:nvPr/>
        </p:nvSpPr>
        <p:spPr>
          <a:xfrm xmlns:a="http://schemas.openxmlformats.org/drawingml/2006/main">
            <a:off x="3377672" y="8151986"/>
            <a:ext cx="15376486" cy="0"/>
          </a:xfrm>
          <a:prstGeom xmlns:a="http://schemas.openxmlformats.org/drawingml/2006/main" prst="line">
            <a:avLst/>
          </a:prstGeom>
          <a:ln xmlns:a="http://schemas.openxmlformats.org/drawingml/2006/main" w="31750"/>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
        <p:nvSpPr>
          <p:cNvPr id="2" name="Title 1">
            <a:extLst xmlns:a="http://schemas.openxmlformats.org/drawingml/2006/main">
              <a:ext uri="{FF2B5EF4-FFF2-40B4-BE49-F238E27FC236}">
                <a16:creationId xmlns:a16="http://schemas.microsoft.com/office/drawing/2014/main" id="{FFC7D4B2-F243-4A9A-85D1-A8E0CE7807D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71D7A04B-9D48-413B-A609-F812DFEBB9F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7FC8CFA-A418-4BD6-80F4-AC29D1B69495}" type="datetimeFigureOut">
              <a:t>7/7/2025</a:t>
            </a:fld>
            <a:endParaRPr/>
          </a:p>
        </p:txBody>
      </p:sp>
      <p:sp>
        <p:nvSpPr>
          <p:cNvPr id="4" name="Footer Placeholder 3">
            <a:extLst xmlns:a="http://schemas.openxmlformats.org/drawingml/2006/main">
              <a:ext uri="{FF2B5EF4-FFF2-40B4-BE49-F238E27FC236}">
                <a16:creationId xmlns:a16="http://schemas.microsoft.com/office/drawing/2014/main" id="{EBEB4705-7CE6-4E19-889D-B8008414D5C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05FF4B8-4CDE-4D30-AB53-D3DDDBFCF4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A12F617-DA18-4316-8F55-4EF5B7D6BC5B}" type="slidenum">
              <a:t>‹#›</a:t>
            </a:fld>
            <a:endParaRPr/>
          </a:p>
        </p:txBody>
      </p:sp>
    </p:spTree>
  </p:cSld>
</p:sldLayout>
</file>

<file path=ppt/slideLayouts/slideLayout7.xml><?xml version="1.0" encoding="utf-8"?>
<p:sldLayout xmlns:p="http://schemas.openxmlformats.org/presentationml/2006/main" showMasterSp="0"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66C80E5-5091-4492-A4A5-77F1B3844C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7FC8CFA-A418-4BD6-80F4-AC29D1B69495}" type="datetimeFigureOut">
              <a:t>7/7/2025</a:t>
            </a:fld>
            <a:endParaRPr/>
          </a:p>
        </p:txBody>
      </p:sp>
      <p:sp>
        <p:nvSpPr>
          <p:cNvPr id="3" name="Footer Placeholder 2">
            <a:extLst xmlns:a="http://schemas.openxmlformats.org/drawingml/2006/main">
              <a:ext uri="{FF2B5EF4-FFF2-40B4-BE49-F238E27FC236}">
                <a16:creationId xmlns:a16="http://schemas.microsoft.com/office/drawing/2014/main" id="{49AD5E2C-6B6A-4C4C-953E-5C93AF583A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D9A2F82C-6AE8-4DBE-8A63-DDDA880644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A12F617-DA18-4316-8F55-4EF5B7D6BC5B}" type="slidenum">
              <a:t>‹#›</a:t>
            </a:fld>
            <a:endParaRPr/>
          </a:p>
        </p:txBody>
      </p:sp>
    </p:spTree>
  </p:cSld>
</p:sldLayout>
</file>

<file path=ppt/slideLayouts/slideLayout8.xml><?xml version="1.0" encoding="utf-8"?>
<p:sldLayout xmlns:p="http://schemas.openxmlformats.org/presentationml/2006/main" showMasterSp="0"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F0A4EB-A37D-4AFA-829D-E966284DA030}"/>
              </a:ext>
            </a:extLst>
          </p:cNvPr>
          <p:cNvSpPr>
            <a:spLocks xmlns:a="http://schemas.openxmlformats.org/drawingml/2006/main" noGrp="1"/>
          </p:cNvSpPr>
          <p:nvPr>
            <p:ph type="title" idx="0"/>
          </p:nvPr>
        </p:nvSpPr>
        <p:spPr>
          <a:xfrm xmlns:a="http://schemas.openxmlformats.org/drawingml/2006/main">
            <a:off x="3367261" y="3526215"/>
            <a:ext cx="5676555" cy="9917485"/>
          </a:xfrm>
        </p:spPr>
        <p:txBody>
          <a:bodyPr xmlns:a="http://schemas.openxmlformats.org/drawingml/2006/main" anchor="b">
            <a:normAutofit/>
          </a:bodyPr>
          <a:lstStyle xmlns:a="http://schemas.openxmlformats.org/drawingml/2006/main">
            <a:lvl1pPr algn="l">
              <a:buNone/>
              <a:defRPr sz="3929"/>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861E6CC-E536-4250-B977-E98A34E28D98}"/>
              </a:ext>
            </a:extLst>
          </p:cNvPr>
          <p:cNvSpPr>
            <a:spLocks xmlns:a="http://schemas.openxmlformats.org/drawingml/2006/main" noGrp="1"/>
          </p:cNvSpPr>
          <p:nvPr>
            <p:ph idx="1"/>
          </p:nvPr>
        </p:nvSpPr>
        <p:spPr>
          <a:xfrm xmlns:a="http://schemas.openxmlformats.org/drawingml/2006/main">
            <a:off x="9796485" y="3526213"/>
            <a:ext cx="8957671" cy="20561383"/>
          </a:xfrm>
        </p:spPr>
        <p:txBody>
          <a:bodyPr xmlns:a="http://schemas.openxmlformats.org/drawingml/2006/main" anchor="ctr"/>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DC1CB86B-2FFB-458A-8438-998E935DA341}"/>
              </a:ext>
            </a:extLst>
          </p:cNvPr>
          <p:cNvSpPr>
            <a:spLocks xmlns:a="http://schemas.openxmlformats.org/drawingml/2006/main" noGrp="1"/>
          </p:cNvSpPr>
          <p:nvPr>
            <p:ph type="body" idx="2"/>
          </p:nvPr>
        </p:nvSpPr>
        <p:spPr>
          <a:xfrm xmlns:a="http://schemas.openxmlformats.org/drawingml/2006/main">
            <a:off x="3367261" y="14147206"/>
            <a:ext cx="5679875" cy="9922180"/>
          </a:xfrm>
        </p:spPr>
        <p:txBody>
          <a:bodyPr xmlns:a="http://schemas.openxmlformats.org/drawingml/2006/main">
            <a:normAutofit/>
          </a:bodyPr>
          <a:lstStyle xmlns:a="http://schemas.openxmlformats.org/drawingml/2006/main">
            <a:lvl1pPr marL="0" indent="0" algn="l">
              <a:buNone/>
              <a:defRPr sz="2620"/>
            </a:lvl1pPr>
            <a:lvl2pPr marL="561406" indent="0">
              <a:buNone/>
              <a:defRPr sz="1719"/>
            </a:lvl2pPr>
            <a:lvl3pPr marL="1122812" indent="0">
              <a:buNone/>
              <a:defRPr sz="1474"/>
            </a:lvl3pPr>
            <a:lvl4pPr marL="1684218" indent="0">
              <a:buNone/>
              <a:defRPr sz="1228"/>
            </a:lvl4pPr>
            <a:lvl5pPr marL="2245625" indent="0">
              <a:buNone/>
              <a:defRPr sz="1228"/>
            </a:lvl5pPr>
            <a:lvl6pPr marL="2807030" indent="0">
              <a:buNone/>
              <a:defRPr sz="1228"/>
            </a:lvl6pPr>
            <a:lvl7pPr marL="3368436" indent="0">
              <a:buNone/>
              <a:defRPr sz="1228"/>
            </a:lvl7pPr>
            <a:lvl8pPr marL="3929842" indent="0">
              <a:buNone/>
              <a:defRPr sz="1228"/>
            </a:lvl8pPr>
            <a:lvl9pPr marL="4491248" indent="0">
              <a:buNone/>
              <a:defRPr sz="1228"/>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1FEA7D69-9895-49E1-8B1B-DF44DBA46A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7FC8CFA-A418-4BD6-80F4-AC29D1B69495}" type="datetimeFigureOut">
              <a:t>7/7/2025</a:t>
            </a:fld>
            <a:endParaRPr/>
          </a:p>
        </p:txBody>
      </p:sp>
      <p:sp>
        <p:nvSpPr>
          <p:cNvPr id="6" name="Footer Placeholder 5">
            <a:extLst xmlns:a="http://schemas.openxmlformats.org/drawingml/2006/main">
              <a:ext uri="{FF2B5EF4-FFF2-40B4-BE49-F238E27FC236}">
                <a16:creationId xmlns:a16="http://schemas.microsoft.com/office/drawing/2014/main" id="{0C3DD707-DF92-4C2D-8206-B51319B91D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B1D3C55-3164-41BF-B66C-DFBDC4CFAF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A12F617-DA18-4316-8F55-4EF5B7D6BC5B}" type="slidenum">
              <a:t>‹#›</a:t>
            </a:fld>
            <a:endParaRPr/>
          </a:p>
        </p:txBody>
      </p:sp>
      <p:sp>
        <p:nvSpPr>
          <p:cNvPr id="17" name="Straight Connector 16">
            <a:extLst xmlns:a="http://schemas.openxmlformats.org/drawingml/2006/main">
              <a:ext uri="{FF2B5EF4-FFF2-40B4-BE49-F238E27FC236}">
                <a16:creationId xmlns:a16="http://schemas.microsoft.com/office/drawing/2014/main" id="{73D2D767-1070-4385-AB0D-E4F668D84F9B}"/>
              </a:ext>
            </a:extLst>
          </p:cNvPr>
          <p:cNvSpPr>
            <a:spLocks xmlns:a="http://schemas.openxmlformats.org/drawingml/2006/main" noGrp="1"/>
          </p:cNvSpPr>
          <p:nvPr/>
        </p:nvSpPr>
        <p:spPr>
          <a:xfrm xmlns:a="http://schemas.openxmlformats.org/drawingml/2006/main">
            <a:off x="3373591" y="14147197"/>
            <a:ext cx="5670298" cy="0"/>
          </a:xfrm>
          <a:prstGeom xmlns:a="http://schemas.openxmlformats.org/drawingml/2006/main" prst="line">
            <a:avLst/>
          </a:prstGeom>
          <a:ln xmlns:a="http://schemas.openxmlformats.org/drawingml/2006/main" w="31750"/>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Tree>
  </p:cSld>
</p:sldLayout>
</file>

<file path=ppt/slideLayouts/slideLayout9.xml><?xml version="1.0" encoding="utf-8"?>
<p:sldLayout xmlns:p="http://schemas.openxmlformats.org/presentationml/2006/main" showMasterSp="0" type="picTx" preserve="1">
  <p:cSld name="Picture with Caption">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A7F8DA29-2C61-4936-9F7C-DC56457F1F4A}"/>
              </a:ext>
            </a:extLst>
          </p:cNvPr>
          <p:cNvSpPr>
            <a:spLocks xmlns:a="http://schemas.openxmlformats.org/drawingml/2006/main" noGrp="1"/>
          </p:cNvSpPr>
          <p:nvPr/>
        </p:nvSpPr>
        <p:spPr>
          <a:xfrm xmlns:a="http://schemas.openxmlformats.org/drawingml/2006/main" rot="0" flipH="0" flipV="0">
            <a:off x="11691468" y="2128033"/>
            <a:ext cx="8216402" cy="22725176"/>
          </a:xfrm>
          <a:prstGeom xmlns:a="http://schemas.openxmlformats.org/drawingml/2006/main" prst="rect">
            <a:avLst/>
          </a:prstGeom>
          <a:gradFill xmlns:a="http://schemas.openxmlformats.org/drawingml/2006/main">
            <a:gsLst>
              <a:gs pos="0">
                <a:srgbClr val="000001"/>
              </a:gs>
              <a:gs pos="100000">
                <a:srgbClr val="191919"/>
              </a:gs>
            </a:gsLst>
            <a:lin/>
          </a:gradFill>
          <a:ln xmlns:a="http://schemas.openxmlformats.org/drawingml/2006/main" w="76200" cmpd="sng">
            <a:noFill/>
          </a:ln>
          <a:effectLst xmlns:a="http://schemas.openxmlformats.org/drawingml/2006/main">
            <a:outerShdw blurRad="127000" dist="228600" dir="4740000" sx="98000" sy="98000" algn="tl" rotWithShape="0">
              <a:srgbClr val="000000">
                <a:alpha val="34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15" name="Rectangle 14">
            <a:extLst xmlns:a="http://schemas.openxmlformats.org/drawingml/2006/main">
              <a:ext uri="{FF2B5EF4-FFF2-40B4-BE49-F238E27FC236}">
                <a16:creationId xmlns:a16="http://schemas.microsoft.com/office/drawing/2014/main" id="{C416CB3D-AC52-4AEF-8D29-8B51CA38BA0F}"/>
              </a:ext>
            </a:extLst>
          </p:cNvPr>
          <p:cNvSpPr>
            <a:spLocks xmlns:a="http://schemas.openxmlformats.org/drawingml/2006/main" noGrp="1"/>
          </p:cNvSpPr>
          <p:nvPr/>
        </p:nvSpPr>
        <p:spPr>
          <a:xfrm xmlns:a="http://schemas.openxmlformats.org/drawingml/2006/main" rot="0" flipH="0" flipV="0">
            <a:off x="12430069" y="3585942"/>
            <a:ext cx="6746050" cy="19769327"/>
          </a:xfrm>
          <a:prstGeom xmlns:a="http://schemas.openxmlformats.org/drawingml/2006/main" prst="rect">
            <a:avLst/>
          </a:prstGeom>
          <a:gradFill xmlns:a="http://schemas.openxmlformats.org/drawingml/2006/main">
            <a:gsLst>
              <a:gs pos="0">
                <a:srgbClr val="DADADA"/>
              </a:gs>
              <a:gs pos="100000">
                <a:srgbClr val="FFFFFE"/>
              </a:gs>
            </a:gsLst>
            <a:lin ang="16200000" scaled="0"/>
          </a:gradFill>
          <a:ln xmlns:a="http://schemas.openxmlformats.org/drawingml/2006/main" w="50800" cmpd="sng">
            <a:solidFill>
              <a:srgbClr val="191919"/>
            </a:solidFill>
          </a:ln>
          <a:effectLst xmlns:a="http://schemas.openxmlformats.org/drawingml/2006/main">
            <a:innerShdw blurRad="63500" dist="88900" dir="14100000">
              <a:srgbClr val="000000">
                <a:alpha val="30000"/>
              </a:srgbClr>
            </a:inn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F8F9FDC3-8B8D-4E8B-8FD2-A0FAFE9D0B8F}"/>
              </a:ext>
            </a:extLst>
          </p:cNvPr>
          <p:cNvSpPr>
            <a:spLocks xmlns:a="http://schemas.openxmlformats.org/drawingml/2006/main" noGrp="1"/>
          </p:cNvSpPr>
          <p:nvPr>
            <p:ph type="title" idx="0"/>
          </p:nvPr>
        </p:nvSpPr>
        <p:spPr>
          <a:xfrm xmlns:a="http://schemas.openxmlformats.org/drawingml/2006/main">
            <a:off x="3379206" y="4985025"/>
            <a:ext cx="7592923" cy="8079147"/>
          </a:xfrm>
        </p:spPr>
        <p:txBody>
          <a:bodyPr xmlns:a="http://schemas.openxmlformats.org/drawingml/2006/main" anchor="b">
            <a:normAutofit/>
          </a:bodyPr>
          <a:lstStyle xmlns:a="http://schemas.openxmlformats.org/drawingml/2006/main">
            <a:lvl1pPr>
              <a:buNone/>
              <a:defRPr sz="5239"/>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538DE4F-BB6C-4202-985A-7678527D614E}"/>
              </a:ext>
            </a:extLst>
          </p:cNvPr>
          <p:cNvSpPr>
            <a:spLocks xmlns:a="http://schemas.openxmlformats.org/drawingml/2006/main" noGrp="1"/>
          </p:cNvSpPr>
          <p:nvPr>
            <p:ph type="pic" idx="1"/>
          </p:nvPr>
        </p:nvSpPr>
        <p:spPr>
          <a:xfrm xmlns:a="http://schemas.openxmlformats.org/drawingml/2006/main">
            <a:off x="13197512" y="4954264"/>
            <a:ext cx="5229740" cy="17063747"/>
          </a:xfrm>
          <a:prstGeom xmlns:a="http://schemas.openxmlformats.org/drawingml/2006/main" prst="rect">
            <a:avLst/>
          </a:prstGeom>
          <a:solidFill xmlns:a="http://schemas.openxmlformats.org/drawingml/2006/main">
            <a:schemeClr val="bg1">
              <a:lumMod val="85000"/>
            </a:schemeClr>
          </a:solidFill>
          <a:ln xmlns:a="http://schemas.openxmlformats.org/drawingml/2006/main" w="9525">
            <a:noFill/>
          </a:ln>
        </p:spPr>
        <p:txBody>
          <a:bodyPr xmlns:a="http://schemas.openxmlformats.org/drawingml/2006/main" anchor="t"/>
          <a:lstStyle xmlns:a="http://schemas.openxmlformats.org/drawingml/2006/main">
            <a:lvl1pPr marL="0" indent="0" algn="ctr">
              <a:buNone/>
              <a:defRPr sz="3929"/>
            </a:lvl1pPr>
            <a:lvl2pPr marL="561406" indent="0">
              <a:buNone/>
              <a:defRPr sz="3438"/>
            </a:lvl2pPr>
            <a:lvl3pPr marL="1122812" indent="0">
              <a:buNone/>
              <a:defRPr sz="2947"/>
            </a:lvl3pPr>
            <a:lvl4pPr marL="1684218" indent="0">
              <a:buNone/>
              <a:defRPr sz="2456"/>
            </a:lvl4pPr>
            <a:lvl5pPr marL="2245625" indent="0">
              <a:buNone/>
              <a:defRPr sz="2456"/>
            </a:lvl5pPr>
            <a:lvl6pPr marL="2807030" indent="0">
              <a:buNone/>
              <a:defRPr sz="2456"/>
            </a:lvl6pPr>
            <a:lvl7pPr marL="3368436" indent="0">
              <a:buNone/>
              <a:defRPr sz="2456"/>
            </a:lvl7pPr>
            <a:lvl8pPr marL="3929842" indent="0">
              <a:buNone/>
              <a:defRPr sz="2456"/>
            </a:lvl8pPr>
            <a:lvl9pPr marL="4491248" indent="0">
              <a:buNone/>
              <a:defRPr sz="2456"/>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2B08583E-27C8-47BA-A8AA-7DB6F894B01A}"/>
              </a:ext>
            </a:extLst>
          </p:cNvPr>
          <p:cNvSpPr>
            <a:spLocks xmlns:a="http://schemas.openxmlformats.org/drawingml/2006/main" noGrp="1"/>
          </p:cNvSpPr>
          <p:nvPr>
            <p:ph type="body" idx="2"/>
          </p:nvPr>
        </p:nvSpPr>
        <p:spPr>
          <a:xfrm xmlns:a="http://schemas.openxmlformats.org/drawingml/2006/main">
            <a:off x="3377672" y="13884608"/>
            <a:ext cx="7582044" cy="8843367"/>
          </a:xfrm>
        </p:spPr>
        <p:txBody>
          <a:bodyPr xmlns:a="http://schemas.openxmlformats.org/drawingml/2006/main">
            <a:normAutofit/>
          </a:bodyPr>
          <a:lstStyle xmlns:a="http://schemas.openxmlformats.org/drawingml/2006/main">
            <a:lvl1pPr marL="0" indent="0" algn="l">
              <a:buNone/>
              <a:defRPr sz="2947"/>
            </a:lvl1pPr>
            <a:lvl2pPr marL="561406" indent="0">
              <a:buNone/>
              <a:defRPr sz="1719"/>
            </a:lvl2pPr>
            <a:lvl3pPr marL="1122812" indent="0">
              <a:buNone/>
              <a:defRPr sz="1474"/>
            </a:lvl3pPr>
            <a:lvl4pPr marL="1684218" indent="0">
              <a:buNone/>
              <a:defRPr sz="1228"/>
            </a:lvl4pPr>
            <a:lvl5pPr marL="2245625" indent="0">
              <a:buNone/>
              <a:defRPr sz="1228"/>
            </a:lvl5pPr>
            <a:lvl6pPr marL="2807030" indent="0">
              <a:buNone/>
              <a:defRPr sz="1228"/>
            </a:lvl6pPr>
            <a:lvl7pPr marL="3368436" indent="0">
              <a:buNone/>
              <a:defRPr sz="1228"/>
            </a:lvl7pPr>
            <a:lvl8pPr marL="3929842" indent="0">
              <a:buNone/>
              <a:defRPr sz="1228"/>
            </a:lvl8pPr>
            <a:lvl9pPr marL="4491248" indent="0">
              <a:buNone/>
              <a:defRPr sz="1228"/>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730D3E95-C17A-4629-87F8-3D52E69E9294}"/>
              </a:ext>
            </a:extLst>
          </p:cNvPr>
          <p:cNvSpPr>
            <a:spLocks xmlns:a="http://schemas.openxmlformats.org/drawingml/2006/main" noGrp="1"/>
          </p:cNvSpPr>
          <p:nvPr>
            <p:ph type="dt" idx="10"/>
          </p:nvPr>
        </p:nvSpPr>
        <p:spPr>
          <a:xfrm xmlns:a="http://schemas.openxmlformats.org/drawingml/2006/main">
            <a:off x="3361694" y="24140817"/>
            <a:ext cx="7610437" cy="1412839"/>
          </a:xfrm>
        </p:spPr>
        <p:txBody>
          <a:bodyPr xmlns:a="http://schemas.openxmlformats.org/drawingml/2006/main"/>
          <a:lstStyle xmlns:a="http://schemas.openxmlformats.org/drawingml/2006/main">
            <a:lvl1pPr algn="l">
              <a:buNone/>
              <a:defRPr/>
            </a:lvl1pPr>
          </a:lstStyle>
          <a:p xmlns:a="http://schemas.openxmlformats.org/drawingml/2006/main">
            <a:fld id="{77FC8CFA-A418-4BD6-80F4-AC29D1B69495}" type="datetimeFigureOut">
              <a:t>7/7/2025</a:t>
            </a:fld>
            <a:endParaRPr/>
          </a:p>
        </p:txBody>
      </p:sp>
      <p:sp>
        <p:nvSpPr>
          <p:cNvPr id="6" name="Footer Placeholder 5">
            <a:extLst xmlns:a="http://schemas.openxmlformats.org/drawingml/2006/main">
              <a:ext uri="{FF2B5EF4-FFF2-40B4-BE49-F238E27FC236}">
                <a16:creationId xmlns:a16="http://schemas.microsoft.com/office/drawing/2014/main" id="{278943DC-D5D0-471F-8DD3-2085CA44A381}"/>
              </a:ext>
            </a:extLst>
          </p:cNvPr>
          <p:cNvSpPr>
            <a:spLocks xmlns:a="http://schemas.openxmlformats.org/drawingml/2006/main" noGrp="1"/>
          </p:cNvSpPr>
          <p:nvPr>
            <p:ph type="ftr" idx="11"/>
          </p:nvPr>
        </p:nvSpPr>
        <p:spPr>
          <a:xfrm xmlns:a="http://schemas.openxmlformats.org/drawingml/2006/main">
            <a:off x="3363726" y="1406303"/>
            <a:ext cx="7608408" cy="1416406"/>
          </a:xfr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2515EEE-464D-40CA-834F-1A42B93072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A12F617-DA18-4316-8F55-4EF5B7D6BC5B}" type="slidenum">
              <a:t>‹#›</a:t>
            </a:fld>
            <a:endParaRPr/>
          </a:p>
        </p:txBody>
      </p:sp>
      <p:sp>
        <p:nvSpPr>
          <p:cNvPr id="31" name="Straight Connector 30">
            <a:extLst xmlns:a="http://schemas.openxmlformats.org/drawingml/2006/main">
              <a:ext uri="{FF2B5EF4-FFF2-40B4-BE49-F238E27FC236}">
                <a16:creationId xmlns:a16="http://schemas.microsoft.com/office/drawing/2014/main" id="{1FAA2384-E3BC-432B-9007-0C8828EC6417}"/>
              </a:ext>
            </a:extLst>
          </p:cNvPr>
          <p:cNvSpPr>
            <a:spLocks xmlns:a="http://schemas.openxmlformats.org/drawingml/2006/main" noGrp="1"/>
          </p:cNvSpPr>
          <p:nvPr/>
        </p:nvSpPr>
        <p:spPr>
          <a:xfrm xmlns:a="http://schemas.openxmlformats.org/drawingml/2006/main">
            <a:off x="3372500" y="13874068"/>
            <a:ext cx="7586087" cy="0"/>
          </a:xfrm>
          <a:prstGeom xmlns:a="http://schemas.openxmlformats.org/drawingml/2006/main" prst="line">
            <a:avLst/>
          </a:prstGeom>
          <a:ln xmlns:a="http://schemas.openxmlformats.org/drawingml/2006/main" w="31750"/>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Tree>
  </p:cSld>
</p:sldLayout>
</file>

<file path=ppt/slideLayouts/slideLayout10.xml><?xml version="1.0" encoding="utf-8"?>
<p:sldLayout xmlns:p="http://schemas.openxmlformats.org/presentationml/2006/main" showMasterSp="0" type="vertTx" preserve="1">
  <p:cSld name="Title and Vertical Text">
    <p:spTree>
      <p:nvGrpSpPr>
        <p:cNvPr id="1" name=""/>
        <p:cNvGrpSpPr/>
        <p:nvPr/>
      </p:nvGrpSpPr>
      <p:grpSpPr>
        <a:xfrm xmlns:a="http://schemas.openxmlformats.org/drawingml/2006/main"/>
      </p:grpSpPr>
      <p:sp>
        <p:nvSpPr>
          <p:cNvPr id="33" name="Straight Connector 32">
            <a:extLst xmlns:a="http://schemas.openxmlformats.org/drawingml/2006/main">
              <a:ext uri="{FF2B5EF4-FFF2-40B4-BE49-F238E27FC236}">
                <a16:creationId xmlns:a16="http://schemas.microsoft.com/office/drawing/2014/main" id="{B2A4ED26-9BF8-457F-A1A7-3007841A412F}"/>
              </a:ext>
            </a:extLst>
          </p:cNvPr>
          <p:cNvSpPr>
            <a:spLocks xmlns:a="http://schemas.openxmlformats.org/drawingml/2006/main" noGrp="1"/>
          </p:cNvSpPr>
          <p:nvPr/>
        </p:nvSpPr>
        <p:spPr>
          <a:xfrm xmlns:a="http://schemas.openxmlformats.org/drawingml/2006/main">
            <a:off x="3377672" y="8151986"/>
            <a:ext cx="15376486" cy="0"/>
          </a:xfrm>
          <a:prstGeom xmlns:a="http://schemas.openxmlformats.org/drawingml/2006/main" prst="line">
            <a:avLst/>
          </a:prstGeom>
          <a:ln xmlns:a="http://schemas.openxmlformats.org/drawingml/2006/main" w="31750"/>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
        <p:nvSpPr>
          <p:cNvPr id="2" name="Title 1">
            <a:extLst xmlns:a="http://schemas.openxmlformats.org/drawingml/2006/main">
              <a:ext uri="{FF2B5EF4-FFF2-40B4-BE49-F238E27FC236}">
                <a16:creationId xmlns:a16="http://schemas.microsoft.com/office/drawing/2014/main" id="{B819472B-CDCC-492C-A450-BF6DE70C992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12F95CA-878C-4836-8590-666F892A41B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1112018-DB9A-4464-8965-BE0EDA0392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7FC8CFA-A418-4BD6-80F4-AC29D1B69495}" type="datetimeFigureOut">
              <a:t>7/7/2025</a:t>
            </a:fld>
            <a:endParaRPr/>
          </a:p>
        </p:txBody>
      </p:sp>
      <p:sp>
        <p:nvSpPr>
          <p:cNvPr id="5" name="Footer Placeholder 4">
            <a:extLst xmlns:a="http://schemas.openxmlformats.org/drawingml/2006/main">
              <a:ext uri="{FF2B5EF4-FFF2-40B4-BE49-F238E27FC236}">
                <a16:creationId xmlns:a16="http://schemas.microsoft.com/office/drawing/2014/main" id="{2ACAB95D-B703-4DF9-B84A-866AB6E9BB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944B0D6-5652-49B3-B3DD-304A5C67F7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A12F617-DA18-4316-8F55-4EF5B7D6BC5B}" type="slidenum">
              <a:t>‹#›</a:t>
            </a:fld>
            <a:endParaRPr/>
          </a:p>
        </p:txBody>
      </p:sp>
    </p:spTree>
  </p:cSld>
</p:sldLayout>
</file>

<file path=ppt/slideLayouts/slideLayout11.xml><?xml version="1.0" encoding="utf-8"?>
<p:sldLayout xmlns:p="http://schemas.openxmlformats.org/presentationml/2006/main" showMasterSp="0"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1D863AB-E534-47E9-B951-0C0E12E3E420}"/>
              </a:ext>
            </a:extLst>
          </p:cNvPr>
          <p:cNvSpPr>
            <a:spLocks xmlns:a="http://schemas.openxmlformats.org/drawingml/2006/main" noGrp="1"/>
          </p:cNvSpPr>
          <p:nvPr>
            <p:ph type="title" idx="0"/>
          </p:nvPr>
        </p:nvSpPr>
        <p:spPr>
          <a:xfrm xmlns:a="http://schemas.openxmlformats.org/drawingml/2006/main">
            <a:off x="16187709" y="3526217"/>
            <a:ext cx="2581007" cy="20566075"/>
          </a:xfrm>
        </p:spPr>
        <p:txBody>
          <a:bodyPr xmlns:a="http://schemas.openxmlformats.org/drawingml/2006/main" vert="eaVert"/>
          <a:lstStyle xmlns:a="http://schemas.openxmlformats.org/drawingml/2006/main">
            <a:lvl1pPr algn="l">
              <a:buNone/>
              <a:defRPr/>
            </a:lvl1pPr>
          </a:lstStyle>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DC8686F4-1CB3-42A1-B3D2-3A0074C868C6}"/>
              </a:ext>
            </a:extLst>
          </p:cNvPr>
          <p:cNvSpPr>
            <a:spLocks xmlns:a="http://schemas.openxmlformats.org/drawingml/2006/main" noGrp="1"/>
          </p:cNvSpPr>
          <p:nvPr>
            <p:ph type="body" idx="1"/>
          </p:nvPr>
        </p:nvSpPr>
        <p:spPr>
          <a:xfrm xmlns:a="http://schemas.openxmlformats.org/drawingml/2006/main">
            <a:off x="3377670" y="3526217"/>
            <a:ext cx="12404194" cy="20566075"/>
          </a:xfr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567801E-C8E0-47DF-855C-A33F3E457B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7FC8CFA-A418-4BD6-80F4-AC29D1B69495}" type="datetimeFigureOut">
              <a:t>7/7/2025</a:t>
            </a:fld>
            <a:endParaRPr/>
          </a:p>
        </p:txBody>
      </p:sp>
      <p:sp>
        <p:nvSpPr>
          <p:cNvPr id="5" name="Footer Placeholder 4">
            <a:extLst xmlns:a="http://schemas.openxmlformats.org/drawingml/2006/main">
              <a:ext uri="{FF2B5EF4-FFF2-40B4-BE49-F238E27FC236}">
                <a16:creationId xmlns:a16="http://schemas.microsoft.com/office/drawing/2014/main" id="{3670B606-19F7-4A42-B9CF-06CFF11E93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E39AE81-7CEE-4B9F-A464-041B818C5D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A12F617-DA18-4316-8F55-4EF5B7D6BC5B}" type="slidenum">
              <a:t>‹#›</a:t>
            </a:fld>
            <a:endParaRPr/>
          </a:p>
        </p:txBody>
      </p:sp>
      <p:sp>
        <p:nvSpPr>
          <p:cNvPr id="15" name="Straight Connector 14">
            <a:extLst xmlns:a="http://schemas.openxmlformats.org/drawingml/2006/main">
              <a:ext uri="{FF2B5EF4-FFF2-40B4-BE49-F238E27FC236}">
                <a16:creationId xmlns:a16="http://schemas.microsoft.com/office/drawing/2014/main" id="{0E3849E6-AD9B-4544-8C7F-97503B396D52}"/>
              </a:ext>
            </a:extLst>
          </p:cNvPr>
          <p:cNvSpPr>
            <a:spLocks xmlns:a="http://schemas.openxmlformats.org/drawingml/2006/main" noGrp="1"/>
          </p:cNvSpPr>
          <p:nvPr/>
        </p:nvSpPr>
        <p:spPr>
          <a:xfrm xmlns:a="http://schemas.openxmlformats.org/drawingml/2006/main">
            <a:off x="16187706" y="3526217"/>
            <a:ext cx="0" cy="20566075"/>
          </a:xfrm>
          <a:prstGeom xmlns:a="http://schemas.openxmlformats.org/drawingml/2006/main" prst="line">
            <a:avLst/>
          </a:prstGeom>
          <a:ln xmlns:a="http://schemas.openxmlformats.org/drawingml/2006/main" w="31750"/>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a63eecc8a380473f" /><Relationship Type="http://schemas.openxmlformats.org/officeDocument/2006/relationships/theme" Target="/ppt/slideMasters/theme/theme2.xml" Id="Rfbe696308f2d4b3c" /><Relationship Type="http://schemas.openxmlformats.org/officeDocument/2006/relationships/slideLayout" Target="/ppt/slideLayouts/slideLayout1.xml" Id="R4eb0f501bc984838" /><Relationship Type="http://schemas.openxmlformats.org/officeDocument/2006/relationships/slideLayout" Target="/ppt/slideLayouts/slideLayout2.xml" Id="R4b37fff367484ec6" /><Relationship Type="http://schemas.openxmlformats.org/officeDocument/2006/relationships/slideLayout" Target="/ppt/slideLayouts/slideLayout3.xml" Id="Rccf6368274ca4d18" /><Relationship Type="http://schemas.openxmlformats.org/officeDocument/2006/relationships/slideLayout" Target="/ppt/slideLayouts/slideLayout4.xml" Id="Rdc6b695776bc4062" /><Relationship Type="http://schemas.openxmlformats.org/officeDocument/2006/relationships/slideLayout" Target="/ppt/slideLayouts/slideLayout5.xml" Id="Rf626db49e1cf42dd" /><Relationship Type="http://schemas.openxmlformats.org/officeDocument/2006/relationships/slideLayout" Target="/ppt/slideLayouts/slideLayout6.xml" Id="R63864a537af34443" /><Relationship Type="http://schemas.openxmlformats.org/officeDocument/2006/relationships/slideLayout" Target="/ppt/slideLayouts/slideLayout7.xml" Id="Rd734e2fecc5d4ccb" /><Relationship Type="http://schemas.openxmlformats.org/officeDocument/2006/relationships/slideLayout" Target="/ppt/slideLayouts/slideLayout8.xml" Id="R0e4172dc26444ed7" /><Relationship Type="http://schemas.openxmlformats.org/officeDocument/2006/relationships/slideLayout" Target="/ppt/slideLayouts/slideLayout9.xml" Id="R3a9d11dbfc5648ed" /><Relationship Type="http://schemas.openxmlformats.org/officeDocument/2006/relationships/slideLayout" Target="/ppt/slideLayouts/slideLayout10.xml" Id="Rb4d38b67648e45df" /><Relationship Type="http://schemas.openxmlformats.org/officeDocument/2006/relationships/slideLayout" Target="/ppt/slideLayouts/slideLayout11.xml" Id="R648305e41b694b91" /></Relationships>
</file>

<file path=ppt/slideMasters/slideMaster1.xml><?xml version="1.0" encoding="utf-8"?>
<p:sldMaster xmlns:p="http://schemas.openxmlformats.org/presentationml/2006/main">
  <p:cSld>
    <p:bg>
      <p:bgRef idx="1003">
        <a:schemeClr xmlns:a="http://schemas.openxmlformats.org/drawingml/2006/main" val="bg2"/>
      </p:bgRef>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18EA92E0-46A5-401E-B447-9BAD7AB903C4}"/>
              </a:ext>
            </a:extLst>
          </p:cNvPr>
          <p:cNvSpPr>
            <a:spLocks xmlns:a="http://schemas.openxmlformats.org/drawingml/2006/main" noGrp="1"/>
          </p:cNvSpPr>
          <p:nvPr/>
        </p:nvSpPr>
        <p:spPr>
          <a:xfrm xmlns:a="http://schemas.openxmlformats.org/drawingml/2006/main">
            <a:off x="0" y="8896293"/>
            <a:ext cx="21396325" cy="18004659"/>
          </a:xfrm>
          <a:prstGeom xmlns:a="http://schemas.openxmlformats.org/drawingml/2006/main" prst="rect">
            <a:avLst/>
          </a:prstGeom>
          <a:gradFill xmlns:a="http://schemas.openxmlformats.org/drawingml/2006/main" rotWithShape="1">
            <a:gsLst>
              <a:gs pos="0">
                <a:schemeClr val="bg2">
                  <a:alpha val="0"/>
                </a:schemeClr>
              </a:gs>
              <a:gs pos="100000">
                <a:schemeClr val="bg2"/>
              </a:gs>
            </a:gsLst>
            <a:lin ang="5400000" scaled="0"/>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pic>
        <p:nvPicPr>
          <p:cNvPr id="16" name="Picture 11"/>
          <p:cNvPicPr>
            <a:picLocks xmlns:a="http://schemas.openxmlformats.org/drawingml/2006/main" noChangeAspect="1"/>
          </p:cNvPicPr>
          <p:nvPr/>
        </p:nvPicPr>
        <p:blipFill rotWithShape="1">
          <a:blip xmlns:r="http://schemas.openxmlformats.org/officeDocument/2006/relationships" xmlns:a="http://schemas.openxmlformats.org/drawingml/2006/main" r:embed="Ra63eecc8a380473f"/>
          <a:srcRect xmlns:a="http://schemas.openxmlformats.org/drawingml/2006/main" l="12500" t="1538" r="12500" b="-1538"/>
          <a:stretch xmlns:a="http://schemas.openxmlformats.org/drawingml/2006/main"/>
        </p:blipFill>
        <p:spPr>
          <a:xfrm xmlns:a="http://schemas.openxmlformats.org/drawingml/2006/main">
            <a:off x="-2" y="26900952"/>
            <a:ext cx="21396328" cy="3419200"/>
          </a:xfrm>
          <a:prstGeom xmlns:a="http://schemas.openxmlformats.org/drawingml/2006/main" prst="rect">
            <a:avLst/>
          </a:prstGeom>
        </p:spPr>
      </p:pic>
      <p:sp>
        <p:nvSpPr>
          <p:cNvPr id="13" name="Straight Connector 12">
            <a:extLst xmlns:a="http://schemas.openxmlformats.org/drawingml/2006/main">
              <a:ext uri="{FF2B5EF4-FFF2-40B4-BE49-F238E27FC236}">
                <a16:creationId xmlns:a16="http://schemas.microsoft.com/office/drawing/2014/main" id="{CE43D799-0CE3-4E25-BA06-ED8DF381D6C3}"/>
              </a:ext>
            </a:extLst>
          </p:cNvPr>
          <p:cNvSpPr>
            <a:spLocks xmlns:a="http://schemas.openxmlformats.org/drawingml/2006/main" noGrp="1"/>
          </p:cNvSpPr>
          <p:nvPr/>
        </p:nvSpPr>
        <p:spPr>
          <a:xfrm xmlns:a="http://schemas.openxmlformats.org/drawingml/2006/main">
            <a:off x="0" y="26926872"/>
            <a:ext cx="21396325" cy="0"/>
          </a:xfrm>
          <a:prstGeom xmlns:a="http://schemas.openxmlformats.org/drawingml/2006/main" prst="line">
            <a:avLst/>
          </a:prstGeom>
          <a:ln xmlns:a="http://schemas.openxmlformats.org/drawingml/2006/main" w="12700">
            <a:solidFill>
              <a:srgbClr val="000001">
                <a:alpha val="2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Title Placeholder 1">
            <a:extLst xmlns:a="http://schemas.openxmlformats.org/drawingml/2006/main">
              <a:ext uri="{FF2B5EF4-FFF2-40B4-BE49-F238E27FC236}">
                <a16:creationId xmlns:a16="http://schemas.microsoft.com/office/drawing/2014/main" id="{52B86DE5-5F69-4971-91D0-D1CE48EEEBAE}"/>
              </a:ext>
            </a:extLst>
          </p:cNvPr>
          <p:cNvSpPr>
            <a:spLocks xmlns:a="http://schemas.openxmlformats.org/drawingml/2006/main" noGrp="1"/>
          </p:cNvSpPr>
          <p:nvPr>
            <p:ph type="title" idx="0"/>
          </p:nvPr>
        </p:nvSpPr>
        <p:spPr>
          <a:xfrm xmlns:a="http://schemas.openxmlformats.org/drawingml/2006/main">
            <a:off x="3377672" y="3550694"/>
            <a:ext cx="15376486" cy="4630721"/>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7ADB635-241D-4B45-A425-DA24E09BBD03}"/>
              </a:ext>
            </a:extLst>
          </p:cNvPr>
          <p:cNvSpPr>
            <a:spLocks xmlns:a="http://schemas.openxmlformats.org/drawingml/2006/main" noGrp="1"/>
          </p:cNvSpPr>
          <p:nvPr>
            <p:ph type="body" idx="1"/>
          </p:nvPr>
        </p:nvSpPr>
        <p:spPr>
          <a:xfrm xmlns:a="http://schemas.openxmlformats.org/drawingml/2006/main">
            <a:off x="3377672" y="8896295"/>
            <a:ext cx="15376486" cy="15229025"/>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006C01B-795C-4591-A23C-324A0101554D}"/>
              </a:ext>
            </a:extLst>
          </p:cNvPr>
          <p:cNvSpPr>
            <a:spLocks xmlns:a="http://schemas.openxmlformats.org/drawingml/2006/main" noGrp="1"/>
          </p:cNvSpPr>
          <p:nvPr>
            <p:ph type="dt" idx="2"/>
          </p:nvPr>
        </p:nvSpPr>
        <p:spPr>
          <a:xfrm xmlns:a="http://schemas.openxmlformats.org/drawingml/2006/main">
            <a:off x="13212520" y="1458068"/>
            <a:ext cx="5541639" cy="1364636"/>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638">
                <a:solidFill>
                  <a:schemeClr val="tx1">
                    <a:tint val="75000"/>
                  </a:schemeClr>
                </a:solidFill>
              </a:defRPr>
            </a:lvl1pPr>
          </a:lstStyle>
          <a:p xmlns:a="http://schemas.openxmlformats.org/drawingml/2006/main">
            <a:fld id="{77FC8CFA-A418-4BD6-80F4-AC29D1B69495}" type="datetimeFigureOut">
              <a:t>7/7/2025</a:t>
            </a:fld>
            <a:endParaRPr/>
          </a:p>
        </p:txBody>
      </p:sp>
      <p:sp>
        <p:nvSpPr>
          <p:cNvPr id="5" name="Footer Placeholder 4">
            <a:extLst xmlns:a="http://schemas.openxmlformats.org/drawingml/2006/main">
              <a:ext uri="{FF2B5EF4-FFF2-40B4-BE49-F238E27FC236}">
                <a16:creationId xmlns:a16="http://schemas.microsoft.com/office/drawing/2014/main" id="{73AAE52F-972A-4D2F-8183-76DACD64566E}"/>
              </a:ext>
            </a:extLst>
          </p:cNvPr>
          <p:cNvSpPr>
            <a:spLocks xmlns:a="http://schemas.openxmlformats.org/drawingml/2006/main" noGrp="1"/>
          </p:cNvSpPr>
          <p:nvPr>
            <p:ph type="ftr" idx="3"/>
          </p:nvPr>
        </p:nvSpPr>
        <p:spPr>
          <a:xfrm xmlns:a="http://schemas.openxmlformats.org/drawingml/2006/main">
            <a:off x="3377668" y="1453381"/>
            <a:ext cx="9439290" cy="1364636"/>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638">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B604840-50E8-4CF6-AA79-1C8450ABF046}"/>
              </a:ext>
            </a:extLst>
          </p:cNvPr>
          <p:cNvSpPr>
            <a:spLocks xmlns:a="http://schemas.openxmlformats.org/drawingml/2006/main" noGrp="1"/>
          </p:cNvSpPr>
          <p:nvPr>
            <p:ph type="sldNum" idx="4"/>
          </p:nvPr>
        </p:nvSpPr>
        <p:spPr>
          <a:xfrm xmlns:a="http://schemas.openxmlformats.org/drawingml/2006/main">
            <a:off x="1141244" y="3526210"/>
            <a:ext cx="1861991" cy="2222504"/>
          </a:xfrm>
          <a:prstGeom xmlns:a="http://schemas.openxmlformats.org/drawingml/2006/main" prst="rect">
            <a:avLst/>
          </a:prstGeom>
        </p:spPr>
        <p:txBody>
          <a:bodyPr xmlns:a="http://schemas.openxmlformats.org/drawingml/2006/main" vert="horz" lIns="91440" tIns="45720" rIns="91440" bIns="45720" anchor="t"/>
          <a:lstStyle xmlns:a="http://schemas.openxmlformats.org/drawingml/2006/main">
            <a:lvl1pPr algn="r">
              <a:buNone/>
              <a:defRPr sz="4584">
                <a:solidFill>
                  <a:schemeClr val="accent1"/>
                </a:solidFill>
              </a:defRPr>
            </a:lvl1pPr>
          </a:lstStyle>
          <a:p xmlns:a="http://schemas.openxmlformats.org/drawingml/2006/main">
            <a:fld id="{FA12F617-DA18-4316-8F55-4EF5B7D6BC5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b0f501bc984838"/>
    <p:sldLayoutId xmlns:r="http://schemas.openxmlformats.org/officeDocument/2006/relationships" id="2147483650" r:id="R4b37fff367484ec6"/>
    <p:sldLayoutId xmlns:r="http://schemas.openxmlformats.org/officeDocument/2006/relationships" id="2147483651" r:id="Rccf6368274ca4d18"/>
    <p:sldLayoutId xmlns:r="http://schemas.openxmlformats.org/officeDocument/2006/relationships" id="2147483652" r:id="Rdc6b695776bc4062"/>
    <p:sldLayoutId xmlns:r="http://schemas.openxmlformats.org/officeDocument/2006/relationships" id="2147483653" r:id="Rf626db49e1cf42dd"/>
    <p:sldLayoutId xmlns:r="http://schemas.openxmlformats.org/officeDocument/2006/relationships" id="2147483654" r:id="R63864a537af34443"/>
    <p:sldLayoutId xmlns:r="http://schemas.openxmlformats.org/officeDocument/2006/relationships" id="2147483655" r:id="Rd734e2fecc5d4ccb"/>
    <p:sldLayoutId xmlns:r="http://schemas.openxmlformats.org/officeDocument/2006/relationships" id="2147483656" r:id="R0e4172dc26444ed7"/>
    <p:sldLayoutId xmlns:r="http://schemas.openxmlformats.org/officeDocument/2006/relationships" id="2147483657" r:id="R3a9d11dbfc5648ed"/>
    <p:sldLayoutId xmlns:r="http://schemas.openxmlformats.org/officeDocument/2006/relationships" id="2147483658" r:id="Rb4d38b67648e45df"/>
    <p:sldLayoutId xmlns:r="http://schemas.openxmlformats.org/officeDocument/2006/relationships" id="2147483659" r:id="R648305e41b694b91"/>
  </p:sldLayoutIdLst>
  <p:txStyles>
    <p:titleStyle>
      <a:lvl1pPr xmlns:a="http://schemas.openxmlformats.org/drawingml/2006/main" algn="l" defTabSz="1122812">
        <a:lnSpc>
          <a:spcPct val="90000"/>
        </a:lnSpc>
        <a:spcBef>
          <a:spcPct val="0"/>
        </a:spcBef>
        <a:buNone/>
        <a:defRPr sz="5239" b="0" i="0" kern="1200" cap="all">
          <a:solidFill>
            <a:schemeClr val="tx1"/>
          </a:solidFill>
          <a:latin typeface="+mj-lt"/>
          <a:ea typeface="+mj-lt"/>
          <a:cs typeface="+mj-lt"/>
        </a:defRPr>
      </a:lvl1pPr>
    </p:titleStyle>
    <p:bodyStyle>
      <a:lvl1pPr xmlns:a="http://schemas.openxmlformats.org/drawingml/2006/main" marL="374271" indent="-374271" algn="l" defTabSz="1122812">
        <a:lnSpc>
          <a:spcPct val="120000"/>
        </a:lnSpc>
        <a:spcBef>
          <a:spcPts val="1638"/>
        </a:spcBef>
        <a:buClr>
          <a:schemeClr val="accent1"/>
        </a:buClr>
        <a:buSzPct val="100000"/>
        <a:buFont typeface="Arial"/>
        <a:buChar char="•"/>
        <a:defRPr sz="3274" kern="1200" cap="none">
          <a:solidFill>
            <a:schemeClr val="tx1"/>
          </a:solidFill>
          <a:latin typeface="+mn-lt"/>
          <a:ea typeface="+mn-lt"/>
          <a:cs typeface="+mn-lt"/>
        </a:defRPr>
      </a:lvl1pPr>
      <a:lvl2pPr xmlns:a="http://schemas.openxmlformats.org/drawingml/2006/main" marL="1122812" indent="-374271" algn="l" defTabSz="1122812">
        <a:lnSpc>
          <a:spcPct val="120000"/>
        </a:lnSpc>
        <a:spcBef>
          <a:spcPts val="819"/>
        </a:spcBef>
        <a:buClr>
          <a:schemeClr val="accent1"/>
        </a:buClr>
        <a:buSzPct val="100000"/>
        <a:buFont typeface="Arial"/>
        <a:buChar char="•"/>
        <a:defRPr sz="2620" kern="1200" cap="none" baseline="0">
          <a:solidFill>
            <a:schemeClr val="tx1"/>
          </a:solidFill>
          <a:latin typeface="+mn-lt"/>
          <a:ea typeface="+mn-lt"/>
          <a:cs typeface="+mn-lt"/>
        </a:defRPr>
      </a:lvl2pPr>
      <a:lvl3pPr xmlns:a="http://schemas.openxmlformats.org/drawingml/2006/main" marL="1871354" indent="-374271" algn="l" defTabSz="1122812">
        <a:lnSpc>
          <a:spcPct val="120000"/>
        </a:lnSpc>
        <a:spcBef>
          <a:spcPts val="819"/>
        </a:spcBef>
        <a:buClr>
          <a:schemeClr val="accent1"/>
        </a:buClr>
        <a:buSzPct val="100000"/>
        <a:buFont typeface="Arial"/>
        <a:buChar char="•"/>
        <a:defRPr sz="2620" kern="1200" cap="none">
          <a:solidFill>
            <a:schemeClr val="tx1"/>
          </a:solidFill>
          <a:latin typeface="+mn-lt"/>
          <a:ea typeface="+mn-lt"/>
          <a:cs typeface="+mn-lt"/>
        </a:defRPr>
      </a:lvl3pPr>
      <a:lvl4pPr xmlns:a="http://schemas.openxmlformats.org/drawingml/2006/main" marL="2619895" indent="-374271" algn="l" defTabSz="1122812">
        <a:lnSpc>
          <a:spcPct val="120000"/>
        </a:lnSpc>
        <a:spcBef>
          <a:spcPts val="819"/>
        </a:spcBef>
        <a:buClr>
          <a:schemeClr val="accent1"/>
        </a:buClr>
        <a:buSzPct val="100000"/>
        <a:buFont typeface="Arial"/>
        <a:buChar char="•"/>
        <a:defRPr sz="2292" kern="1200" cap="none" baseline="0">
          <a:solidFill>
            <a:schemeClr val="tx1"/>
          </a:solidFill>
          <a:latin typeface="+mn-lt"/>
          <a:ea typeface="+mn-lt"/>
          <a:cs typeface="+mn-lt"/>
        </a:defRPr>
      </a:lvl4pPr>
      <a:lvl5pPr xmlns:a="http://schemas.openxmlformats.org/drawingml/2006/main" marL="3368436" indent="-374271" algn="l" defTabSz="1122812">
        <a:lnSpc>
          <a:spcPct val="120000"/>
        </a:lnSpc>
        <a:spcBef>
          <a:spcPts val="819"/>
        </a:spcBef>
        <a:buClr>
          <a:schemeClr val="accent1"/>
        </a:buClr>
        <a:buSzPct val="100000"/>
        <a:buFont typeface="Arial"/>
        <a:buChar char="•"/>
        <a:defRPr sz="1964" kern="1200" cap="none">
          <a:solidFill>
            <a:schemeClr val="tx1"/>
          </a:solidFill>
          <a:latin typeface="+mn-lt"/>
          <a:ea typeface="+mn-lt"/>
          <a:cs typeface="+mn-lt"/>
        </a:defRPr>
      </a:lvl5pPr>
      <a:lvl6pPr xmlns:a="http://schemas.openxmlformats.org/drawingml/2006/main" marL="4116977" indent="-374271" algn="l" defTabSz="1497083">
        <a:lnSpc>
          <a:spcPct val="120000"/>
        </a:lnSpc>
        <a:spcBef>
          <a:spcPts val="819"/>
        </a:spcBef>
        <a:buClr>
          <a:schemeClr val="accent1"/>
        </a:buClr>
        <a:buSzPct val="100000"/>
        <a:buFont typeface="Arial"/>
        <a:buChar char="•"/>
        <a:defRPr sz="1964" kern="1200">
          <a:solidFill>
            <a:schemeClr val="tx1"/>
          </a:solidFill>
          <a:latin typeface="+mn-lt"/>
          <a:ea typeface="+mn-lt"/>
          <a:cs typeface="+mn-lt"/>
        </a:defRPr>
      </a:lvl6pPr>
      <a:lvl7pPr xmlns:a="http://schemas.openxmlformats.org/drawingml/2006/main" marL="4865518" indent="-374271" algn="l" defTabSz="1497083">
        <a:lnSpc>
          <a:spcPct val="120000"/>
        </a:lnSpc>
        <a:spcBef>
          <a:spcPts val="819"/>
        </a:spcBef>
        <a:buClr>
          <a:schemeClr val="accent1"/>
        </a:buClr>
        <a:buSzPct val="100000"/>
        <a:buFont typeface="Arial"/>
        <a:buChar char="•"/>
        <a:defRPr sz="1964" kern="1200">
          <a:solidFill>
            <a:schemeClr val="tx1"/>
          </a:solidFill>
          <a:latin typeface="+mn-lt"/>
          <a:ea typeface="+mn-lt"/>
          <a:cs typeface="+mn-lt"/>
        </a:defRPr>
      </a:lvl7pPr>
      <a:lvl8pPr xmlns:a="http://schemas.openxmlformats.org/drawingml/2006/main" marL="5614061" indent="-374271" algn="l" defTabSz="1497083">
        <a:lnSpc>
          <a:spcPct val="120000"/>
        </a:lnSpc>
        <a:spcBef>
          <a:spcPts val="819"/>
        </a:spcBef>
        <a:buClr>
          <a:schemeClr val="accent1"/>
        </a:buClr>
        <a:buSzPct val="100000"/>
        <a:buFont typeface="Arial"/>
        <a:buChar char="•"/>
        <a:defRPr sz="1964" kern="1200" baseline="0">
          <a:solidFill>
            <a:schemeClr val="tx1"/>
          </a:solidFill>
          <a:latin typeface="+mn-lt"/>
          <a:ea typeface="+mn-lt"/>
          <a:cs typeface="+mn-lt"/>
        </a:defRPr>
      </a:lvl8pPr>
      <a:lvl9pPr xmlns:a="http://schemas.openxmlformats.org/drawingml/2006/main" marL="6362602" indent="-374271" algn="l" defTabSz="1497083">
        <a:lnSpc>
          <a:spcPct val="120000"/>
        </a:lnSpc>
        <a:spcBef>
          <a:spcPts val="819"/>
        </a:spcBef>
        <a:buClr>
          <a:schemeClr val="accent1"/>
        </a:buClr>
        <a:buSzPct val="100000"/>
        <a:buFont typeface="Arial"/>
        <a:buChar char="•"/>
        <a:defRPr sz="1964" kern="1200" baseline="0">
          <a:solidFill>
            <a:schemeClr val="tx1"/>
          </a:solidFill>
          <a:latin typeface="+mn-lt"/>
          <a:ea typeface="+mn-lt"/>
          <a:cs typeface="+mn-lt"/>
        </a:defRPr>
      </a:lvl9pPr>
    </p:bodyStyle>
    <p:otherStyle>
      <a:lvl1pPr xmlns:a="http://schemas.openxmlformats.org/drawingml/2006/main" marL="0" algn="l" defTabSz="1122812">
        <a:buNone/>
        <a:defRPr sz="2210" kern="1200">
          <a:solidFill>
            <a:schemeClr val="tx1"/>
          </a:solidFill>
          <a:latin typeface="+mn-lt"/>
          <a:ea typeface="+mn-lt"/>
          <a:cs typeface="+mn-lt"/>
        </a:defRPr>
      </a:lvl1pPr>
      <a:lvl2pPr xmlns:a="http://schemas.openxmlformats.org/drawingml/2006/main" marL="561406" algn="l" defTabSz="1122812">
        <a:buNone/>
        <a:defRPr sz="2210" kern="1200">
          <a:solidFill>
            <a:schemeClr val="tx1"/>
          </a:solidFill>
          <a:latin typeface="+mn-lt"/>
          <a:ea typeface="+mn-lt"/>
          <a:cs typeface="+mn-lt"/>
        </a:defRPr>
      </a:lvl2pPr>
      <a:lvl3pPr xmlns:a="http://schemas.openxmlformats.org/drawingml/2006/main" marL="1122812" algn="l" defTabSz="1122812">
        <a:buNone/>
        <a:defRPr sz="2210" kern="1200">
          <a:solidFill>
            <a:schemeClr val="tx1"/>
          </a:solidFill>
          <a:latin typeface="+mn-lt"/>
          <a:ea typeface="+mn-lt"/>
          <a:cs typeface="+mn-lt"/>
        </a:defRPr>
      </a:lvl3pPr>
      <a:lvl4pPr xmlns:a="http://schemas.openxmlformats.org/drawingml/2006/main" marL="1684218" algn="l" defTabSz="1122812">
        <a:buNone/>
        <a:defRPr sz="2210" kern="1200">
          <a:solidFill>
            <a:schemeClr val="tx1"/>
          </a:solidFill>
          <a:latin typeface="+mn-lt"/>
          <a:ea typeface="+mn-lt"/>
          <a:cs typeface="+mn-lt"/>
        </a:defRPr>
      </a:lvl4pPr>
      <a:lvl5pPr xmlns:a="http://schemas.openxmlformats.org/drawingml/2006/main" marL="2245625" algn="l" defTabSz="1122812">
        <a:buNone/>
        <a:defRPr sz="2210" kern="1200">
          <a:solidFill>
            <a:schemeClr val="tx1"/>
          </a:solidFill>
          <a:latin typeface="+mn-lt"/>
          <a:ea typeface="+mn-lt"/>
          <a:cs typeface="+mn-lt"/>
        </a:defRPr>
      </a:lvl5pPr>
      <a:lvl6pPr xmlns:a="http://schemas.openxmlformats.org/drawingml/2006/main" marL="2807030" algn="l" defTabSz="1122812">
        <a:buNone/>
        <a:defRPr sz="2210" kern="1200">
          <a:solidFill>
            <a:schemeClr val="tx1"/>
          </a:solidFill>
          <a:latin typeface="+mn-lt"/>
          <a:ea typeface="+mn-lt"/>
          <a:cs typeface="+mn-lt"/>
        </a:defRPr>
      </a:lvl6pPr>
      <a:lvl7pPr xmlns:a="http://schemas.openxmlformats.org/drawingml/2006/main" marL="3368436" algn="l" defTabSz="1122812">
        <a:buNone/>
        <a:defRPr sz="2210" kern="1200">
          <a:solidFill>
            <a:schemeClr val="tx1"/>
          </a:solidFill>
          <a:latin typeface="+mn-lt"/>
          <a:ea typeface="+mn-lt"/>
          <a:cs typeface="+mn-lt"/>
        </a:defRPr>
      </a:lvl7pPr>
      <a:lvl8pPr xmlns:a="http://schemas.openxmlformats.org/drawingml/2006/main" marL="3929842" algn="l" defTabSz="1122812">
        <a:buNone/>
        <a:defRPr sz="2210" kern="1200">
          <a:solidFill>
            <a:schemeClr val="tx1"/>
          </a:solidFill>
          <a:latin typeface="+mn-lt"/>
          <a:ea typeface="+mn-lt"/>
          <a:cs typeface="+mn-lt"/>
        </a:defRPr>
      </a:lvl8pPr>
      <a:lvl9pPr xmlns:a="http://schemas.openxmlformats.org/drawingml/2006/main" marL="4491248" algn="l" defTabSz="1122812">
        <a:buNone/>
        <a:defRPr sz="221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lumMod val="110000"/>
                <a:satMod val="105000"/>
                <a:alpha val="100000"/>
              </a:schemeClr>
            </a:gs>
            <a:gs pos="100000">
              <a:schemeClr val="phClr">
                <a:tint val="78000"/>
                <a:lumMod val="100000"/>
                <a:satMod val="109000"/>
                <a:alpha val="92000"/>
              </a:schemeClr>
            </a:gs>
          </a:gsLst>
          <a:lin ang="5400000" scaled="0"/>
        </a:gradFill>
        <a:gradFill rotWithShape="1">
          <a:gsLst>
            <a:gs pos="0">
              <a:schemeClr val="phClr">
                <a:tint val="98000"/>
                <a:lumMod val="104000"/>
                <a:satMod val="110000"/>
              </a:schemeClr>
            </a:gs>
            <a:gs pos="69000">
              <a:schemeClr val="phClr">
                <a:shade val="88000"/>
                <a:lumMod val="92000"/>
                <a:satMod val="130000"/>
              </a:schemeClr>
            </a:gs>
            <a:gs pos="100000">
              <a:schemeClr val="phClr">
                <a:shade val="78000"/>
                <a:lumMod val="92000"/>
                <a:satMod val="130000"/>
              </a:schemeClr>
            </a:gs>
          </a:gsLst>
          <a:lin ang="5400000" scaled="0"/>
        </a:gradFill>
      </a:fillStyleLst>
      <a:lnStyleLst>
        <a:ln w="9525">
          <a:solidFill>
            <a:schemeClr val="ph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effectStyle>
      </a:effectStyleLst>
      <a:bgFillStyleLst>
        <a:solidFill>
          <a:schemeClr val="phClr"/>
        </a:solidFill>
        <a:solidFill>
          <a:schemeClr val="phClr"/>
        </a:solidFill>
        <a:gradFill rotWithShape="1">
          <a:gsLst>
            <a:gs pos="0">
              <a:schemeClr val="phClr">
                <a:tint val="94000"/>
                <a:lumMod val="106000"/>
                <a:satMod val="80000"/>
              </a:schemeClr>
            </a:gs>
            <a:gs pos="100000">
              <a:schemeClr val="phClr">
                <a:shade val="80000"/>
              </a:schemeClr>
            </a:gs>
          </a:gsLst>
          <a:path path="circle">
            <a:fillToRect l="43000" t="0" r="43000" b="10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a4e4c9f53a4887" /><Relationship Type="http://schemas.openxmlformats.org/officeDocument/2006/relationships/image" Target="/ppt/media/image.png" Id="R447492bf732d4c44" /><Relationship Type="http://schemas.openxmlformats.org/officeDocument/2006/relationships/image" Target="/ppt/media/image2.png" Id="Rd1af27a190834f76" /><Relationship Type="http://schemas.openxmlformats.org/officeDocument/2006/relationships/notesSlide" Target="/ppt/notesSlides/notesSlide1.xml" Id="R6a59d89556c043ed" /></Relationships>
</file>

<file path=ppt/slides/slide1.xml><?xml version="1.0" encoding="utf-8"?>
<p:sld xmlns:p="http://schemas.openxmlformats.org/presentationml/2006/main" showMasterSp="0">
  <p:cSld>
    <p:bg>
      <p:bgPr>
        <a:solidFill xmlns:a="http://schemas.openxmlformats.org/drawingml/2006/main">
          <a:srgbClr val="F6E6AC"/>
        </a:solidFill>
      </p:bgPr>
    </p:bg>
    <p:spTree>
      <p:nvGrpSpPr>
        <p:cNvPr id="1" name=""/>
        <p:cNvGrpSpPr/>
        <p:nvPr/>
      </p:nvGrpSpPr>
      <p:grpSpPr>
        <a:xfrm xmlns:a="http://schemas.openxmlformats.org/drawingml/2006/main"/>
      </p:grpSpPr>
      <p:sp>
        <p:nvSpPr>
          <p:cNvPr id="3" name="Flowchart: Document 2">
            <a:extLst xmlns:a="http://schemas.openxmlformats.org/drawingml/2006/main">
              <a:ext uri="{FF2B5EF4-FFF2-40B4-BE49-F238E27FC236}">
                <a16:creationId xmlns:a16="http://schemas.microsoft.com/office/drawing/2014/main" id="{6075C69B-E013-4717-87B7-BD2DD794A76D}"/>
              </a:ext>
            </a:extLst>
          </p:cNvPr>
          <p:cNvSpPr>
            <a:spLocks xmlns:a="http://schemas.openxmlformats.org/drawingml/2006/main" noGrp="1"/>
          </p:cNvSpPr>
          <p:nvPr/>
        </p:nvSpPr>
        <p:spPr>
          <a:xfrm xmlns:a="http://schemas.openxmlformats.org/drawingml/2006/main">
            <a:off x="150316" y="160107"/>
            <a:ext cx="21095373" cy="3882247"/>
          </a:xfrm>
          <a:prstGeom xmlns:a="http://schemas.openxmlformats.org/drawingml/2006/main" prst="flowChartDocument">
            <a:avLst/>
          </a:prstGeom>
          <a:solidFill xmlns:a="http://schemas.openxmlformats.org/drawingml/2006/main">
            <a:srgbClr val="FEC382">
              <a:alpha val="55000"/>
            </a:srgbClr>
          </a:solidFill>
          <a:ln xmlns:a="http://schemas.openxmlformats.org/drawingml/2006/main">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500"/>
          </a:p>
        </p:txBody>
      </p:sp>
      <p:sp>
        <p:nvSpPr>
          <p:cNvPr id="26" name="Text Box 122">
            <a:extLst xmlns:a="http://schemas.openxmlformats.org/drawingml/2006/main">
              <a:ext uri="{FF2B5EF4-FFF2-40B4-BE49-F238E27FC236}">
                <a16:creationId xmlns:a16="http://schemas.microsoft.com/office/drawing/2014/main" id="{82511CF9-405E-4736-B224-3F6A6BCB92F6}"/>
              </a:ext>
            </a:extLst>
          </p:cNvPr>
          <p:cNvSpPr>
            <a:spLocks xmlns:a="http://schemas.openxmlformats.org/drawingml/2006/main" noGrp="1"/>
          </p:cNvSpPr>
          <p:nvPr/>
        </p:nvSpPr>
        <p:spPr>
          <a:xfrm xmlns:a="http://schemas.openxmlformats.org/drawingml/2006/main">
            <a:off x="8477250" y="333375"/>
            <a:ext cx="12525375" cy="1762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117694" tIns="294235" rIns="117694" bIns="294235" anchor="ctr">
            <a:noAutofit/>
          </a:bodyPr>
          <a:lstStyle xmlns:a="http://schemas.openxmlformats.org/drawingml/2006/main">
            <a:lvl1pPr defTabSz="4389438">
              <a:buNone/>
              <a:defRPr sz="2200">
                <a:solidFill>
                  <a:schemeClr val="tx1"/>
                </a:solidFill>
                <a:latin typeface="Arial"/>
                <a:ea typeface="Arial"/>
                <a:cs typeface="Arial"/>
              </a:defRPr>
            </a:lvl1pPr>
            <a:lvl2pPr marL="742950" indent="-285750" defTabSz="4389438">
              <a:buNone/>
              <a:defRPr sz="2200">
                <a:solidFill>
                  <a:schemeClr val="tx1"/>
                </a:solidFill>
                <a:latin typeface="Arial"/>
                <a:ea typeface="Arial"/>
                <a:cs typeface="Arial"/>
              </a:defRPr>
            </a:lvl2pPr>
            <a:lvl3pPr marL="1143000" indent="-228600" defTabSz="4389438">
              <a:buNone/>
              <a:defRPr sz="2200">
                <a:solidFill>
                  <a:schemeClr val="tx1"/>
                </a:solidFill>
                <a:latin typeface="Arial"/>
                <a:ea typeface="Arial"/>
                <a:cs typeface="Arial"/>
              </a:defRPr>
            </a:lvl3pPr>
            <a:lvl4pPr marL="1600200" indent="-228600" defTabSz="4389438">
              <a:buNone/>
              <a:defRPr sz="2200">
                <a:solidFill>
                  <a:schemeClr val="tx1"/>
                </a:solidFill>
                <a:latin typeface="Arial"/>
                <a:ea typeface="Arial"/>
                <a:cs typeface="Arial"/>
              </a:defRPr>
            </a:lvl4pPr>
            <a:lvl5pPr marL="2057400" indent="-228600" defTabSz="4389438">
              <a:buNone/>
              <a:defRPr sz="2200">
                <a:solidFill>
                  <a:schemeClr val="tx1"/>
                </a:solidFill>
                <a:latin typeface="Arial"/>
                <a:ea typeface="Arial"/>
                <a:cs typeface="Arial"/>
              </a:defRPr>
            </a:lvl5pPr>
            <a:lvl6pPr marL="2514600" indent="-228600" defTabSz="4389438">
              <a:spcBef>
                <a:spcPct val="0"/>
              </a:spcBef>
              <a:spcAft>
                <a:spcPct val="0"/>
              </a:spcAft>
              <a:buNone/>
              <a:defRPr sz="2200">
                <a:solidFill>
                  <a:schemeClr val="tx1"/>
                </a:solidFill>
                <a:latin typeface="Arial"/>
                <a:ea typeface="Arial"/>
                <a:cs typeface="Arial"/>
              </a:defRPr>
            </a:lvl6pPr>
            <a:lvl7pPr marL="2971800" indent="-228600" defTabSz="4389438">
              <a:spcBef>
                <a:spcPct val="0"/>
              </a:spcBef>
              <a:spcAft>
                <a:spcPct val="0"/>
              </a:spcAft>
              <a:buNone/>
              <a:defRPr sz="2200">
                <a:solidFill>
                  <a:schemeClr val="tx1"/>
                </a:solidFill>
                <a:latin typeface="Arial"/>
                <a:ea typeface="Arial"/>
                <a:cs typeface="Arial"/>
              </a:defRPr>
            </a:lvl7pPr>
            <a:lvl8pPr marL="3429000" indent="-228600" defTabSz="4389438">
              <a:spcBef>
                <a:spcPct val="0"/>
              </a:spcBef>
              <a:spcAft>
                <a:spcPct val="0"/>
              </a:spcAft>
              <a:buNone/>
              <a:defRPr sz="2200">
                <a:solidFill>
                  <a:schemeClr val="tx1"/>
                </a:solidFill>
                <a:latin typeface="Arial"/>
                <a:ea typeface="Arial"/>
                <a:cs typeface="Arial"/>
              </a:defRPr>
            </a:lvl8pPr>
            <a:lvl9pPr marL="3886200" indent="-228600" defTabSz="4389438">
              <a:spcBef>
                <a:spcPct val="0"/>
              </a:spcBef>
              <a:spcAft>
                <a:spcPct val="0"/>
              </a:spcAft>
              <a:buNone/>
              <a:defRPr sz="2200">
                <a:solidFill>
                  <a:schemeClr val="tx1"/>
                </a:solidFill>
                <a:latin typeface="Arial"/>
                <a:ea typeface="Arial"/>
                <a:cs typeface="Arial"/>
              </a:defRPr>
            </a:lvl9pPr>
          </a:lstStyle>
          <a:p xmlns:a="http://schemas.openxmlformats.org/drawingml/2006/main">
            <a:pPr algn="ctr">
              <a:buNone/>
              <a:defRPr sz="3900" b="1">
                <a:solidFill>
                  <a:srgbClr val="000000"/>
                </a:solidFill>
                <a:latin typeface="Arial"/>
                <a:ea typeface="Arial"/>
                <a:cs typeface="Arial"/>
              </a:defRPr>
            </a:pPr>
            <a:r>
              <a:rPr sz="3900" b="1">
                <a:solidFill>
                  <a:srgbClr val="000000"/>
                </a:solidFill>
                <a:latin typeface="Arial"/>
                <a:ea typeface="Arial"/>
                <a:cs typeface="Arial"/>
              </a:rPr>
              <a:t>Campus Navigator</a:t>
            </a:r>
          </a:p>
          <a:p xmlns:a="http://schemas.openxmlformats.org/drawingml/2006/main">
            <a:pPr algn="ctr">
              <a:buNone/>
              <a:defRPr sz="3900" b="1">
                <a:solidFill>
                  <a:srgbClr val="000000"/>
                </a:solidFill>
                <a:latin typeface="Arial"/>
                <a:ea typeface="Arial"/>
                <a:cs typeface="Arial"/>
              </a:defRPr>
            </a:pPr>
            <a:r>
              <a:rPr sz="3900" b="1">
                <a:solidFill>
                  <a:srgbClr val="000000"/>
                </a:solidFill>
                <a:latin typeface="Arial"/>
                <a:ea typeface="Arial"/>
                <a:cs typeface="Arial"/>
              </a:rPr>
              <a:t>Backend System and Web-Based</a:t>
            </a:r>
          </a:p>
          <a:p xmlns:a="http://schemas.openxmlformats.org/drawingml/2006/main">
            <a:pPr algn="ctr">
              <a:buNone/>
              <a:defRPr sz="3900" b="1">
                <a:solidFill>
                  <a:srgbClr val="000000"/>
                </a:solidFill>
                <a:latin typeface="Arial"/>
                <a:ea typeface="Arial"/>
                <a:cs typeface="Arial"/>
              </a:defRPr>
            </a:pPr>
            <a:r>
              <a:rPr sz="3900" b="1">
                <a:solidFill>
                  <a:srgbClr val="000000"/>
                </a:solidFill>
                <a:latin typeface="Arial"/>
                <a:ea typeface="Arial"/>
                <a:cs typeface="Arial"/>
              </a:rPr>
              <a:t>Administration Client</a:t>
            </a:r>
          </a:p>
        </p:txBody>
      </p:sp>
      <p:sp>
        <p:nvSpPr>
          <p:cNvPr id="27" name="Text Box 123">
            <a:extLst xmlns:a="http://schemas.openxmlformats.org/drawingml/2006/main">
              <a:ext uri="{FF2B5EF4-FFF2-40B4-BE49-F238E27FC236}">
                <a16:creationId xmlns:a16="http://schemas.microsoft.com/office/drawing/2014/main" id="{E2AF3FE0-7799-475E-BC4B-6A41A657D37C}"/>
              </a:ext>
            </a:extLst>
          </p:cNvPr>
          <p:cNvSpPr>
            <a:spLocks xmlns:a="http://schemas.openxmlformats.org/drawingml/2006/main" noGrp="1"/>
          </p:cNvSpPr>
          <p:nvPr/>
        </p:nvSpPr>
        <p:spPr>
          <a:xfrm xmlns:a="http://schemas.openxmlformats.org/drawingml/2006/main">
            <a:off x="8477250" y="2257425"/>
            <a:ext cx="12525375" cy="1352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117694" tIns="117694" rIns="117694" bIns="117694" anchor="ctr">
            <a:noAutofit/>
          </a:bodyPr>
          <a:lstStyle xmlns:a="http://schemas.openxmlformats.org/drawingml/2006/main">
            <a:lvl1pPr defTabSz="4389438">
              <a:buNone/>
              <a:defRPr sz="2200">
                <a:solidFill>
                  <a:schemeClr val="tx1"/>
                </a:solidFill>
                <a:latin typeface="Arial"/>
                <a:ea typeface="Arial"/>
                <a:cs typeface="Arial"/>
              </a:defRPr>
            </a:lvl1pPr>
            <a:lvl2pPr marL="742950" indent="-285750" defTabSz="4389438">
              <a:buNone/>
              <a:defRPr sz="2200">
                <a:solidFill>
                  <a:schemeClr val="tx1"/>
                </a:solidFill>
                <a:latin typeface="Arial"/>
                <a:ea typeface="Arial"/>
                <a:cs typeface="Arial"/>
              </a:defRPr>
            </a:lvl2pPr>
            <a:lvl3pPr marL="1143000" indent="-228600" defTabSz="4389438">
              <a:buNone/>
              <a:defRPr sz="2200">
                <a:solidFill>
                  <a:schemeClr val="tx1"/>
                </a:solidFill>
                <a:latin typeface="Arial"/>
                <a:ea typeface="Arial"/>
                <a:cs typeface="Arial"/>
              </a:defRPr>
            </a:lvl3pPr>
            <a:lvl4pPr marL="1600200" indent="-228600" defTabSz="4389438">
              <a:buNone/>
              <a:defRPr sz="2200">
                <a:solidFill>
                  <a:schemeClr val="tx1"/>
                </a:solidFill>
                <a:latin typeface="Arial"/>
                <a:ea typeface="Arial"/>
                <a:cs typeface="Arial"/>
              </a:defRPr>
            </a:lvl4pPr>
            <a:lvl5pPr marL="2057400" indent="-228600" defTabSz="4389438">
              <a:buNone/>
              <a:defRPr sz="2200">
                <a:solidFill>
                  <a:schemeClr val="tx1"/>
                </a:solidFill>
                <a:latin typeface="Arial"/>
                <a:ea typeface="Arial"/>
                <a:cs typeface="Arial"/>
              </a:defRPr>
            </a:lvl5pPr>
            <a:lvl6pPr marL="2514600" indent="-228600" defTabSz="4389438">
              <a:spcBef>
                <a:spcPct val="0"/>
              </a:spcBef>
              <a:spcAft>
                <a:spcPct val="0"/>
              </a:spcAft>
              <a:buNone/>
              <a:defRPr sz="2200">
                <a:solidFill>
                  <a:schemeClr val="tx1"/>
                </a:solidFill>
                <a:latin typeface="Arial"/>
                <a:ea typeface="Arial"/>
                <a:cs typeface="Arial"/>
              </a:defRPr>
            </a:lvl6pPr>
            <a:lvl7pPr marL="2971800" indent="-228600" defTabSz="4389438">
              <a:spcBef>
                <a:spcPct val="0"/>
              </a:spcBef>
              <a:spcAft>
                <a:spcPct val="0"/>
              </a:spcAft>
              <a:buNone/>
              <a:defRPr sz="2200">
                <a:solidFill>
                  <a:schemeClr val="tx1"/>
                </a:solidFill>
                <a:latin typeface="Arial"/>
                <a:ea typeface="Arial"/>
                <a:cs typeface="Arial"/>
              </a:defRPr>
            </a:lvl7pPr>
            <a:lvl8pPr marL="3429000" indent="-228600" defTabSz="4389438">
              <a:spcBef>
                <a:spcPct val="0"/>
              </a:spcBef>
              <a:spcAft>
                <a:spcPct val="0"/>
              </a:spcAft>
              <a:buNone/>
              <a:defRPr sz="2200">
                <a:solidFill>
                  <a:schemeClr val="tx1"/>
                </a:solidFill>
                <a:latin typeface="Arial"/>
                <a:ea typeface="Arial"/>
                <a:cs typeface="Arial"/>
              </a:defRPr>
            </a:lvl8pPr>
            <a:lvl9pPr marL="3886200" indent="-228600" defTabSz="4389438">
              <a:spcBef>
                <a:spcPct val="0"/>
              </a:spcBef>
              <a:spcAft>
                <a:spcPct val="0"/>
              </a:spcAft>
              <a:buNone/>
              <a:defRPr sz="2200">
                <a:solidFill>
                  <a:schemeClr val="tx1"/>
                </a:solidFill>
                <a:latin typeface="Arial"/>
                <a:ea typeface="Arial"/>
                <a:cs typeface="Arial"/>
              </a:defRPr>
            </a:lvl9pPr>
          </a:lstStyle>
          <a:p xmlns:a="http://schemas.openxmlformats.org/drawingml/2006/main">
            <a:pPr algn="ctr">
              <a:buNone/>
              <a:defRPr sz="2625" b="1">
                <a:solidFill>
                  <a:srgbClr val="000000"/>
                </a:solidFill>
                <a:latin typeface="Arial"/>
                <a:ea typeface="Arial"/>
                <a:cs typeface="Arial"/>
              </a:defRPr>
            </a:pPr>
            <a:r>
              <a:rPr sz="2625" b="1">
                <a:solidFill>
                  <a:srgbClr val="000000"/>
                </a:solidFill>
                <a:latin typeface="Arial"/>
                <a:ea typeface="Arial"/>
                <a:cs typeface="Arial"/>
              </a:rPr>
              <a:t>Pui Hock Yang   24WMR01790</a:t>
            </a:r>
            <a:endParaRPr sz="4012" b="1">
              <a:latin typeface="Arial"/>
              <a:ea typeface="Arial"/>
              <a:cs typeface="Arial"/>
            </a:endParaRPr>
          </a:p>
          <a:p xmlns:a="http://schemas.openxmlformats.org/drawingml/2006/main">
            <a:pPr algn="ctr">
              <a:buNone/>
              <a:defRPr sz="2625" b="1">
                <a:solidFill>
                  <a:srgbClr val="000000"/>
                </a:solidFill>
                <a:latin typeface="Arial"/>
                <a:ea typeface="Arial"/>
                <a:cs typeface="Arial"/>
              </a:defRPr>
            </a:pPr>
            <a:r>
              <a:rPr sz="2625" b="1">
                <a:solidFill>
                  <a:srgbClr val="000000"/>
                </a:solidFill>
                <a:latin typeface="Arial"/>
                <a:ea typeface="Arial"/>
                <a:cs typeface="Arial"/>
              </a:rPr>
              <a:t>Software Engineering</a:t>
            </a:r>
          </a:p>
          <a:p xmlns:a="http://schemas.openxmlformats.org/drawingml/2006/main">
            <a:pPr algn="ctr">
              <a:buNone/>
              <a:defRPr sz="2625" b="1">
                <a:solidFill>
                  <a:srgbClr val="000000"/>
                </a:solidFill>
                <a:latin typeface="Arial"/>
                <a:ea typeface="Arial"/>
                <a:cs typeface="Arial"/>
              </a:defRPr>
            </a:pPr>
            <a:r>
              <a:rPr sz="2625" b="1">
                <a:solidFill>
                  <a:srgbClr val="000000"/>
                </a:solidFill>
                <a:latin typeface="Arial"/>
                <a:ea typeface="Arial"/>
                <a:cs typeface="Arial"/>
              </a:rPr>
              <a:t>Supervisor: Prof. Ts. Dr. Tew Yiqi</a:t>
            </a:r>
          </a:p>
        </p:txBody>
      </p:sp>
      <p:sp>
        <p:nvSpPr>
          <p:cNvPr id="28" name="Rounded Rectangle 16">
            <a:extLst xmlns:a="http://schemas.openxmlformats.org/drawingml/2006/main">
              <a:ext uri="{FF2B5EF4-FFF2-40B4-BE49-F238E27FC236}">
                <a16:creationId xmlns:a16="http://schemas.microsoft.com/office/drawing/2014/main" id="{6B83C691-7C11-4E2E-BF16-9DC63C51C6D5}"/>
              </a:ext>
            </a:extLst>
          </p:cNvPr>
          <p:cNvSpPr>
            <a:spLocks xmlns:a="http://schemas.openxmlformats.org/drawingml/2006/main" noGrp="1"/>
          </p:cNvSpPr>
          <p:nvPr/>
        </p:nvSpPr>
        <p:spPr>
          <a:xfrm xmlns:a="http://schemas.openxmlformats.org/drawingml/2006/main">
            <a:off x="364596" y="6790604"/>
            <a:ext cx="10526662" cy="4101152"/>
          </a:xfrm>
          <a:prstGeom xmlns:a="http://schemas.openxmlformats.org/drawingml/2006/main" prst="roundRect">
            <a:avLst>
              <a:gd name="adj" fmla="val 8925"/>
            </a:avLst>
          </a:prstGeom>
          <a:ln xmlns:a="http://schemas.openxmlformats.org/drawingml/2006/main">
            <a:solidFill>
              <a:schemeClr val="accent1"/>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just">
              <a:buNone/>
            </a:pPr>
            <a:r>
              <a:t/>
            </a:r>
            <a:endParaRPr sz="2059">
              <a:latin typeface="Times New Roman"/>
              <a:ea typeface="Times New Roman"/>
              <a:cs typeface="Times New Roman"/>
            </a:endParaRPr>
          </a:p>
        </p:txBody>
      </p:sp>
      <p:sp>
        <p:nvSpPr>
          <p:cNvPr id="29" name="Rectangle 45">
            <a:extLst xmlns:a="http://schemas.openxmlformats.org/drawingml/2006/main">
              <a:ext uri="{FF2B5EF4-FFF2-40B4-BE49-F238E27FC236}">
                <a16:creationId xmlns:a16="http://schemas.microsoft.com/office/drawing/2014/main" id="{DD0D6802-8ACC-4B00-A7F6-56A5343EE144}"/>
              </a:ext>
            </a:extLst>
          </p:cNvPr>
          <p:cNvSpPr>
            <a:spLocks xmlns:a="http://schemas.openxmlformats.org/drawingml/2006/main" noGrp="1"/>
          </p:cNvSpPr>
          <p:nvPr/>
        </p:nvSpPr>
        <p:spPr>
          <a:xfrm xmlns:a="http://schemas.openxmlformats.org/drawingml/2006/main">
            <a:off x="2796643" y="6814740"/>
            <a:ext cx="5988369" cy="452962"/>
          </a:xfrm>
          <a:custGeom xmlns:a="http://schemas.openxmlformats.org/drawingml/2006/main">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xmlns:a="http://schemas.openxmlformats.org/drawingml/2006/main">
            <a:srgbClr val="C1341D"/>
          </a:solidFill>
          <a:ln xmlns:a="http://schemas.openxmlformats.org/drawingml/2006/main" w="12700"/>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4012" b="1">
                <a:solidFill>
                  <a:schemeClr val="accent3">
                    <a:lumMod val="20000"/>
                    <a:lumOff val="80000"/>
                  </a:schemeClr>
                </a:solidFill>
              </a:rPr>
              <a:t>Problem Statement</a:t>
            </a:r>
          </a:p>
        </p:txBody>
      </p:sp>
      <p:sp>
        <p:nvSpPr>
          <p:cNvPr id="30" name="Rounded Rectangle 40">
            <a:extLst xmlns:a="http://schemas.openxmlformats.org/drawingml/2006/main">
              <a:ext uri="{FF2B5EF4-FFF2-40B4-BE49-F238E27FC236}">
                <a16:creationId xmlns:a16="http://schemas.microsoft.com/office/drawing/2014/main" id="{63F9D9F8-C0C2-4677-89F5-C6067EE97015}"/>
              </a:ext>
            </a:extLst>
          </p:cNvPr>
          <p:cNvSpPr>
            <a:spLocks xmlns:a="http://schemas.openxmlformats.org/drawingml/2006/main" noGrp="1"/>
          </p:cNvSpPr>
          <p:nvPr/>
        </p:nvSpPr>
        <p:spPr>
          <a:xfrm xmlns:a="http://schemas.openxmlformats.org/drawingml/2006/main">
            <a:off x="364593" y="11229666"/>
            <a:ext cx="10526663" cy="3710879"/>
          </a:xfrm>
          <a:prstGeom xmlns:a="http://schemas.openxmlformats.org/drawingml/2006/main" prst="roundRect">
            <a:avLst>
              <a:gd name="adj" fmla="val 14538"/>
            </a:avLst>
          </a:prstGeom>
          <a:ln xmlns:a="http://schemas.openxmlformats.org/drawingml/2006/main">
            <a:solidFill>
              <a:schemeClr val="accent1"/>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lvl="0">
              <a:buNone/>
            </a:pPr>
            <a:r>
              <a:t/>
            </a:r>
            <a:endParaRPr sz="3210">
              <a:solidFill>
                <a:prstClr val="black"/>
              </a:solidFill>
              <a:latin typeface="Times New Roman"/>
              <a:ea typeface="Times New Roman"/>
              <a:cs typeface="Times New Roman"/>
            </a:endParaRPr>
          </a:p>
        </p:txBody>
      </p:sp>
      <p:sp>
        <p:nvSpPr>
          <p:cNvPr id="31" name="Rectangle 45">
            <a:extLst xmlns:a="http://schemas.openxmlformats.org/drawingml/2006/main">
              <a:ext uri="{FF2B5EF4-FFF2-40B4-BE49-F238E27FC236}">
                <a16:creationId xmlns:a16="http://schemas.microsoft.com/office/drawing/2014/main" id="{AF6BA543-9972-47B1-92E7-4F61546D7E9D}"/>
              </a:ext>
            </a:extLst>
          </p:cNvPr>
          <p:cNvSpPr>
            <a:spLocks xmlns:a="http://schemas.openxmlformats.org/drawingml/2006/main" noGrp="1"/>
          </p:cNvSpPr>
          <p:nvPr/>
        </p:nvSpPr>
        <p:spPr>
          <a:xfrm xmlns:a="http://schemas.openxmlformats.org/drawingml/2006/main">
            <a:off x="3663126" y="11233887"/>
            <a:ext cx="4380310" cy="544765"/>
          </a:xfrm>
          <a:custGeom xmlns:a="http://schemas.openxmlformats.org/drawingml/2006/main">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xmlns:a="http://schemas.openxmlformats.org/drawingml/2006/main">
            <a:srgbClr val="C1341D"/>
          </a:solidFill>
          <a:ln xmlns:a="http://schemas.openxmlformats.org/drawingml/2006/main" w="12700"/>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4012" b="1">
                <a:solidFill>
                  <a:schemeClr val="accent3">
                    <a:lumMod val="20000"/>
                    <a:lumOff val="80000"/>
                  </a:schemeClr>
                </a:solidFill>
              </a:rPr>
              <a:t>Objectives</a:t>
            </a:r>
          </a:p>
        </p:txBody>
      </p:sp>
      <p:sp>
        <p:nvSpPr>
          <p:cNvPr id="32" name="Rounded Rectangle 52">
            <a:extLst xmlns:a="http://schemas.openxmlformats.org/drawingml/2006/main">
              <a:ext uri="{FF2B5EF4-FFF2-40B4-BE49-F238E27FC236}">
                <a16:creationId xmlns:a16="http://schemas.microsoft.com/office/drawing/2014/main" id="{3550BB62-529D-4AFF-95C5-991F5DB55BA9}"/>
              </a:ext>
            </a:extLst>
          </p:cNvPr>
          <p:cNvSpPr>
            <a:spLocks xmlns:a="http://schemas.openxmlformats.org/drawingml/2006/main" noGrp="1"/>
          </p:cNvSpPr>
          <p:nvPr/>
        </p:nvSpPr>
        <p:spPr>
          <a:xfrm xmlns:a="http://schemas.openxmlformats.org/drawingml/2006/main">
            <a:off x="292184" y="15278457"/>
            <a:ext cx="10623208" cy="11899338"/>
          </a:xfrm>
          <a:prstGeom xmlns:a="http://schemas.openxmlformats.org/drawingml/2006/main" prst="roundRect">
            <a:avLst>
              <a:gd name="adj" fmla="val 6496"/>
            </a:avLst>
          </a:prstGeom>
          <a:ln xmlns:a="http://schemas.openxmlformats.org/drawingml/2006/main">
            <a:solidFill>
              <a:schemeClr val="accent1"/>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just">
              <a:buNone/>
            </a:pPr>
            <a:r>
              <a:t/>
            </a:r>
            <a:endParaRPr sz="3210">
              <a:latin typeface="Times New Roman"/>
              <a:ea typeface="Times New Roman"/>
              <a:cs typeface="Times New Roman"/>
            </a:endParaRPr>
          </a:p>
        </p:txBody>
      </p:sp>
      <p:sp>
        <p:nvSpPr>
          <p:cNvPr id="33" name="Rectangle 45">
            <a:extLst xmlns:a="http://schemas.openxmlformats.org/drawingml/2006/main">
              <a:ext uri="{FF2B5EF4-FFF2-40B4-BE49-F238E27FC236}">
                <a16:creationId xmlns:a16="http://schemas.microsoft.com/office/drawing/2014/main" id="{00E38DF4-C562-4DD2-BB64-EB7DF613A95B}"/>
              </a:ext>
            </a:extLst>
          </p:cNvPr>
          <p:cNvSpPr>
            <a:spLocks xmlns:a="http://schemas.openxmlformats.org/drawingml/2006/main" noGrp="1"/>
          </p:cNvSpPr>
          <p:nvPr/>
        </p:nvSpPr>
        <p:spPr>
          <a:xfrm xmlns:a="http://schemas.openxmlformats.org/drawingml/2006/main">
            <a:off x="2674740" y="15303657"/>
            <a:ext cx="6357075" cy="625722"/>
          </a:xfrm>
          <a:custGeom xmlns:a="http://schemas.openxmlformats.org/drawingml/2006/main">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xmlns:a="http://schemas.openxmlformats.org/drawingml/2006/main">
            <a:srgbClr val="C1341D"/>
          </a:solidFill>
          <a:ln xmlns:a="http://schemas.openxmlformats.org/drawingml/2006/main" w="12700"/>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4012" b="1">
                <a:solidFill>
                  <a:schemeClr val="accent3">
                    <a:lumMod val="20000"/>
                    <a:lumOff val="80000"/>
                  </a:schemeClr>
                </a:solidFill>
              </a:rPr>
              <a:t>Design and Methodology</a:t>
            </a:r>
          </a:p>
        </p:txBody>
      </p:sp>
      <p:sp>
        <p:nvSpPr>
          <p:cNvPr id="34" name="Rounded Rectangle 55">
            <a:extLst xmlns:a="http://schemas.openxmlformats.org/drawingml/2006/main">
              <a:ext uri="{FF2B5EF4-FFF2-40B4-BE49-F238E27FC236}">
                <a16:creationId xmlns:a16="http://schemas.microsoft.com/office/drawing/2014/main" id="{D4D8F02E-FDB3-42A3-8587-D08B18496963}"/>
              </a:ext>
            </a:extLst>
          </p:cNvPr>
          <p:cNvSpPr>
            <a:spLocks xmlns:a="http://schemas.openxmlformats.org/drawingml/2006/main" noGrp="1"/>
          </p:cNvSpPr>
          <p:nvPr/>
        </p:nvSpPr>
        <p:spPr>
          <a:xfrm xmlns:a="http://schemas.openxmlformats.org/drawingml/2006/main">
            <a:off x="11192926" y="6771939"/>
            <a:ext cx="9835695" cy="17012991"/>
          </a:xfrm>
          <a:prstGeom xmlns:a="http://schemas.openxmlformats.org/drawingml/2006/main" prst="roundRect">
            <a:avLst>
              <a:gd name="adj" fmla="val 5110"/>
            </a:avLst>
          </a:prstGeom>
          <a:ln xmlns:a="http://schemas.openxmlformats.org/drawingml/2006/main">
            <a:solidFill>
              <a:schemeClr val="accent1"/>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lvl="0" algn="just">
              <a:buNone/>
            </a:pPr>
            <a:r>
              <a:t/>
            </a:r>
            <a:endParaRPr sz="2809">
              <a:solidFill>
                <a:prstClr val="black"/>
              </a:solidFill>
              <a:latin typeface="Times New Roman"/>
              <a:ea typeface="Times New Roman"/>
              <a:cs typeface="Times New Roman"/>
            </a:endParaRPr>
          </a:p>
        </p:txBody>
      </p:sp>
      <p:sp>
        <p:nvSpPr>
          <p:cNvPr id="35" name="Rectangle 45">
            <a:extLst xmlns:a="http://schemas.openxmlformats.org/drawingml/2006/main">
              <a:ext uri="{FF2B5EF4-FFF2-40B4-BE49-F238E27FC236}">
                <a16:creationId xmlns:a16="http://schemas.microsoft.com/office/drawing/2014/main" id="{732D269E-EAED-46D8-B029-93EC1C182997}"/>
              </a:ext>
            </a:extLst>
          </p:cNvPr>
          <p:cNvSpPr>
            <a:spLocks xmlns:a="http://schemas.openxmlformats.org/drawingml/2006/main" noGrp="1"/>
          </p:cNvSpPr>
          <p:nvPr/>
        </p:nvSpPr>
        <p:spPr>
          <a:xfrm xmlns:a="http://schemas.openxmlformats.org/drawingml/2006/main">
            <a:off x="12540346" y="6810420"/>
            <a:ext cx="6768407" cy="669759"/>
          </a:xfrm>
          <a:custGeom xmlns:a="http://schemas.openxmlformats.org/drawingml/2006/main">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xmlns:a="http://schemas.openxmlformats.org/drawingml/2006/main">
            <a:srgbClr val="C1341D"/>
          </a:solidFill>
          <a:ln xmlns:a="http://schemas.openxmlformats.org/drawingml/2006/main" w="12700"/>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4012" b="1">
                <a:solidFill>
                  <a:schemeClr val="accent3">
                    <a:lumMod val="20000"/>
                    <a:lumOff val="80000"/>
                  </a:schemeClr>
                </a:solidFill>
              </a:rPr>
              <a:t>System Features</a:t>
            </a:r>
          </a:p>
        </p:txBody>
      </p:sp>
      <p:sp>
        <p:nvSpPr>
          <p:cNvPr id="38" name="Rounded Rectangle 99">
            <a:extLst xmlns:a="http://schemas.openxmlformats.org/drawingml/2006/main">
              <a:ext uri="{FF2B5EF4-FFF2-40B4-BE49-F238E27FC236}">
                <a16:creationId xmlns:a16="http://schemas.microsoft.com/office/drawing/2014/main" id="{A73AA9CA-E542-4E1D-AC89-2F72ED7DF51F}"/>
              </a:ext>
            </a:extLst>
          </p:cNvPr>
          <p:cNvSpPr>
            <a:spLocks xmlns:a="http://schemas.openxmlformats.org/drawingml/2006/main" noGrp="1"/>
          </p:cNvSpPr>
          <p:nvPr/>
        </p:nvSpPr>
        <p:spPr>
          <a:xfrm xmlns:a="http://schemas.openxmlformats.org/drawingml/2006/main">
            <a:off x="340457" y="27428386"/>
            <a:ext cx="20704942" cy="2514141"/>
          </a:xfrm>
          <a:prstGeom xmlns:a="http://schemas.openxmlformats.org/drawingml/2006/main" prst="roundRect">
            <a:avLst>
              <a:gd name="adj" fmla="val 25245"/>
            </a:avLst>
          </a:prstGeom>
          <a:ln xmlns:a="http://schemas.openxmlformats.org/drawingml/2006/main">
            <a:solidFill>
              <a:schemeClr val="accent1"/>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just">
              <a:buNone/>
            </a:pPr>
            <a:r>
              <a:t/>
            </a:r>
            <a:endParaRPr sz="2059">
              <a:latin typeface="Times New Roman"/>
              <a:ea typeface="Times New Roman"/>
              <a:cs typeface="Times New Roman"/>
            </a:endParaRPr>
          </a:p>
        </p:txBody>
      </p:sp>
      <p:sp>
        <p:nvSpPr>
          <p:cNvPr id="40" name="Rectangle 45">
            <a:extLst xmlns:a="http://schemas.openxmlformats.org/drawingml/2006/main">
              <a:ext uri="{FF2B5EF4-FFF2-40B4-BE49-F238E27FC236}">
                <a16:creationId xmlns:a16="http://schemas.microsoft.com/office/drawing/2014/main" id="{76CEA224-011D-4C17-B040-B24A366DB603}"/>
              </a:ext>
            </a:extLst>
          </p:cNvPr>
          <p:cNvSpPr>
            <a:spLocks xmlns:a="http://schemas.openxmlformats.org/drawingml/2006/main" noGrp="1"/>
          </p:cNvSpPr>
          <p:nvPr/>
        </p:nvSpPr>
        <p:spPr>
          <a:xfrm xmlns:a="http://schemas.openxmlformats.org/drawingml/2006/main">
            <a:off x="8183691" y="27443297"/>
            <a:ext cx="4719126" cy="568011"/>
          </a:xfrm>
          <a:custGeom xmlns:a="http://schemas.openxmlformats.org/drawingml/2006/main">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xmlns:a="http://schemas.openxmlformats.org/drawingml/2006/main">
            <a:srgbClr val="C1341D"/>
          </a:solidFill>
          <a:ln xmlns:a="http://schemas.openxmlformats.org/drawingml/2006/main" w="12700"/>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4012" b="1">
                <a:solidFill>
                  <a:schemeClr val="accent3">
                    <a:lumMod val="20000"/>
                    <a:lumOff val="80000"/>
                  </a:schemeClr>
                </a:solidFill>
              </a:rPr>
              <a:t>Conclusion</a:t>
            </a:r>
          </a:p>
        </p:txBody>
      </p:sp>
      <p:sp>
        <p:nvSpPr>
          <p:cNvPr id="43" name="Rounded Rectangle 105">
            <a:extLst xmlns:a="http://schemas.openxmlformats.org/drawingml/2006/main">
              <a:ext uri="{FF2B5EF4-FFF2-40B4-BE49-F238E27FC236}">
                <a16:creationId xmlns:a16="http://schemas.microsoft.com/office/drawing/2014/main" id="{4A11D9AC-7DFD-4812-96DC-D00341408C6B}"/>
              </a:ext>
            </a:extLst>
          </p:cNvPr>
          <p:cNvSpPr>
            <a:spLocks xmlns:a="http://schemas.openxmlformats.org/drawingml/2006/main" noGrp="1"/>
          </p:cNvSpPr>
          <p:nvPr/>
        </p:nvSpPr>
        <p:spPr>
          <a:xfrm xmlns:a="http://schemas.openxmlformats.org/drawingml/2006/main">
            <a:off x="11192929" y="24035520"/>
            <a:ext cx="9852473" cy="3142273"/>
          </a:xfrm>
          <a:prstGeom xmlns:a="http://schemas.openxmlformats.org/drawingml/2006/main" prst="roundRect">
            <a:avLst>
              <a:gd name="adj" fmla="val 18379"/>
            </a:avLst>
          </a:prstGeom>
          <a:ln xmlns:a="http://schemas.openxmlformats.org/drawingml/2006/main">
            <a:solidFill>
              <a:schemeClr val="accent1"/>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lvl="0" algn="just">
              <a:buNone/>
            </a:pPr>
            <a:r>
              <a:t/>
            </a:r>
            <a:endParaRPr sz="3169">
              <a:solidFill>
                <a:prstClr val="black"/>
              </a:solidFill>
              <a:latin typeface="Times New Roman"/>
              <a:ea typeface="Times New Roman"/>
              <a:cs typeface="Times New Roman"/>
            </a:endParaRPr>
          </a:p>
        </p:txBody>
      </p:sp>
      <p:sp>
        <p:nvSpPr>
          <p:cNvPr id="44" name="Rectangle 45">
            <a:extLst xmlns:a="http://schemas.openxmlformats.org/drawingml/2006/main">
              <a:ext uri="{FF2B5EF4-FFF2-40B4-BE49-F238E27FC236}">
                <a16:creationId xmlns:a16="http://schemas.microsoft.com/office/drawing/2014/main" id="{949CD7AD-B889-43E8-A6DF-BF2E82F93177}"/>
              </a:ext>
            </a:extLst>
          </p:cNvPr>
          <p:cNvSpPr>
            <a:spLocks xmlns:a="http://schemas.openxmlformats.org/drawingml/2006/main" noGrp="1"/>
          </p:cNvSpPr>
          <p:nvPr/>
        </p:nvSpPr>
        <p:spPr>
          <a:xfrm xmlns:a="http://schemas.openxmlformats.org/drawingml/2006/main">
            <a:off x="13644670" y="24136583"/>
            <a:ext cx="5078020" cy="626648"/>
          </a:xfrm>
          <a:custGeom xmlns:a="http://schemas.openxmlformats.org/drawingml/2006/main">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xmlns:a="http://schemas.openxmlformats.org/drawingml/2006/main">
            <a:srgbClr val="C1341D"/>
          </a:solidFill>
          <a:ln xmlns:a="http://schemas.openxmlformats.org/drawingml/2006/main" w="12700"/>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4012" b="1">
                <a:solidFill>
                  <a:schemeClr val="accent3">
                    <a:lumMod val="20000"/>
                    <a:lumOff val="80000"/>
                  </a:schemeClr>
                </a:solidFill>
              </a:rPr>
              <a:t>Contribution</a:t>
            </a:r>
          </a:p>
        </p:txBody>
      </p:sp>
      <p:sp>
        <p:nvSpPr>
          <p:cNvPr id="46" name="Rounded Rectangle 92">
            <a:extLst xmlns:a="http://schemas.openxmlformats.org/drawingml/2006/main">
              <a:ext uri="{FF2B5EF4-FFF2-40B4-BE49-F238E27FC236}">
                <a16:creationId xmlns:a16="http://schemas.microsoft.com/office/drawing/2014/main" id="{37F320E0-F1AA-4502-9EB4-42E1196815D4}"/>
              </a:ext>
            </a:extLst>
          </p:cNvPr>
          <p:cNvSpPr>
            <a:spLocks xmlns:a="http://schemas.openxmlformats.org/drawingml/2006/main" noGrp="1"/>
          </p:cNvSpPr>
          <p:nvPr/>
        </p:nvSpPr>
        <p:spPr>
          <a:xfrm xmlns:a="http://schemas.openxmlformats.org/drawingml/2006/main">
            <a:off x="300622" y="4171988"/>
            <a:ext cx="20727998" cy="2323817"/>
          </a:xfrm>
          <a:prstGeom xmlns:a="http://schemas.openxmlformats.org/drawingml/2006/main" prst="roundRect">
            <a:avLst>
              <a:gd name="adj" fmla="val 8925"/>
            </a:avLst>
          </a:prstGeom>
          <a:ln xmlns:a="http://schemas.openxmlformats.org/drawingml/2006/main">
            <a:solidFill>
              <a:schemeClr val="accent1"/>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just">
              <a:buNone/>
            </a:pPr>
            <a:r>
              <a:t/>
            </a:r>
            <a:endParaRPr sz="2500">
              <a:latin typeface="Times New Roman"/>
              <a:ea typeface="Times New Roman"/>
              <a:cs typeface="Times New Roman"/>
            </a:endParaRPr>
          </a:p>
        </p:txBody>
      </p:sp>
      <p:sp>
        <p:nvSpPr>
          <p:cNvPr id="47" name="Rectangle 45">
            <a:extLst xmlns:a="http://schemas.openxmlformats.org/drawingml/2006/main">
              <a:ext uri="{FF2B5EF4-FFF2-40B4-BE49-F238E27FC236}">
                <a16:creationId xmlns:a16="http://schemas.microsoft.com/office/drawing/2014/main" id="{F0A059E9-EADC-4F4D-9143-6C93CCA91B02}"/>
              </a:ext>
            </a:extLst>
          </p:cNvPr>
          <p:cNvSpPr>
            <a:spLocks xmlns:a="http://schemas.openxmlformats.org/drawingml/2006/main" noGrp="1"/>
          </p:cNvSpPr>
          <p:nvPr/>
        </p:nvSpPr>
        <p:spPr>
          <a:xfrm xmlns:a="http://schemas.openxmlformats.org/drawingml/2006/main">
            <a:off x="8429204" y="4189753"/>
            <a:ext cx="4861108" cy="548510"/>
          </a:xfrm>
          <a:custGeom xmlns:a="http://schemas.openxmlformats.org/drawingml/2006/main">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xmlns:a="http://schemas.openxmlformats.org/drawingml/2006/main">
            <a:srgbClr val="C1341D"/>
          </a:solidFill>
          <a:ln xmlns:a="http://schemas.openxmlformats.org/drawingml/2006/main" w="12700"/>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4815" b="1">
                <a:solidFill>
                  <a:schemeClr val="accent3">
                    <a:lumMod val="20000"/>
                    <a:lumOff val="80000"/>
                  </a:schemeClr>
                </a:solidFill>
              </a:rPr>
              <a:t>Abstract</a:t>
            </a:r>
          </a:p>
        </p:txBody>
      </p:sp>
      <p:pic>
        <p:nvPicPr>
          <p:cNvPr id="83" name="Picture 4"/>
          <p:cNvPicPr>
            <a:picLocks xmlns:a="http://schemas.openxmlformats.org/drawingml/2006/main" noChangeAspect="1"/>
          </p:cNvPicPr>
          <p:nvPr/>
        </p:nvPicPr>
        <p:blipFill>
          <a:blip xmlns:r="http://schemas.openxmlformats.org/officeDocument/2006/relationships" xmlns:a="http://schemas.openxmlformats.org/drawingml/2006/main" r:embed="R447492bf732d4c44"/>
          <a:stretch xmlns:a="http://schemas.openxmlformats.org/drawingml/2006/main">
            <a:fillRect l="0" t="0" r="0" b="0"/>
          </a:stretch>
        </p:blipFill>
        <p:spPr>
          <a:xfrm xmlns:a="http://schemas.openxmlformats.org/drawingml/2006/main">
            <a:off x="246321" y="624063"/>
            <a:ext cx="7860840" cy="2287075"/>
          </a:xfrm>
          <a:prstGeom xmlns:a="http://schemas.openxmlformats.org/drawingml/2006/main" prst="rect">
            <a:avLst/>
          </a:prstGeom>
        </p:spPr>
      </p:pic>
      <p:sp>
        <p:nvSpPr>
          <p:cNvPr id="49" name="Abstract content">
            <a:extLst xmlns:a="http://schemas.openxmlformats.org/drawingml/2006/main">
              <a:ext uri="{FF2B5EF4-FFF2-40B4-BE49-F238E27FC236}">
                <a16:creationId xmlns:a16="http://schemas.microsoft.com/office/drawing/2014/main" id="{65AC7430-648F-4532-9005-27662624DE5C}"/>
              </a:ext>
            </a:extLst>
          </p:cNvPr>
          <p:cNvSpPr>
            <a:spLocks xmlns:a="http://schemas.openxmlformats.org/drawingml/2006/main" noGrp="1"/>
          </p:cNvSpPr>
          <p:nvPr/>
        </p:nvSpPr>
        <p:spPr>
          <a:xfrm xmlns:a="http://schemas.openxmlformats.org/drawingml/2006/main">
            <a:off x="609600" y="4895850"/>
            <a:ext cx="200596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000000"/>
                </a:solidFill>
                <a:latin typeface="Times New Roman"/>
                <a:ea typeface="Times New Roman"/>
                <a:cs typeface="Times New Roman"/>
              </a:defRPr>
            </a:pPr>
            <a:r>
              <a:rPr sz="2625" b="0">
                <a:solidFill>
                  <a:srgbClr val="000000"/>
                </a:solidFill>
                <a:latin typeface="Times New Roman"/>
                <a:ea typeface="Times New Roman"/>
                <a:cs typeface="Times New Roman"/>
              </a:rPr>
              <a:t>Campus Navigator connects indoor navigation data to a two-page administration website. Go services, Redis and ClickHouse supply current presence and journey summaries. Operators can review popular destinations and follow named users on the shared campus map. Local verification used 100 simulated sessions; Google Cloud deployment remains a planned next step.</a:t>
            </a:r>
          </a:p>
        </p:txBody>
      </p:sp>
      <p:sp>
        <p:nvSpPr>
          <p:cNvPr id="50" name="Problem content">
            <a:extLst xmlns:a="http://schemas.openxmlformats.org/drawingml/2006/main">
              <a:ext uri="{FF2B5EF4-FFF2-40B4-BE49-F238E27FC236}">
                <a16:creationId xmlns:a16="http://schemas.microsoft.com/office/drawing/2014/main" id="{F820162A-95E7-438E-B379-FEB354D9FB29}"/>
              </a:ext>
            </a:extLst>
          </p:cNvPr>
          <p:cNvSpPr>
            <a:spLocks xmlns:a="http://schemas.openxmlformats.org/drawingml/2006/main" noGrp="1"/>
          </p:cNvSpPr>
          <p:nvPr/>
        </p:nvSpPr>
        <p:spPr>
          <a:xfrm xmlns:a="http://schemas.openxmlformats.org/drawingml/2006/main">
            <a:off x="609600" y="7486650"/>
            <a:ext cx="99250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0">
                <a:solidFill>
                  <a:srgbClr val="000000"/>
                </a:solidFill>
                <a:latin typeface="Times New Roman"/>
                <a:ea typeface="Times New Roman"/>
                <a:cs typeface="Times New Roman"/>
              </a:defRPr>
            </a:pPr>
            <a:r>
              <a:rPr sz="2700" b="0">
                <a:solidFill>
                  <a:srgbClr val="000000"/>
                </a:solidFill>
                <a:latin typeface="Times New Roman"/>
                <a:ea typeface="Times New Roman"/>
                <a:cs typeface="Times New Roman"/>
              </a:rPr>
              <a:t>The mobile application shows an individual route, but operators also need an overview of navigation activity. Internal node IDs and service logs do not clearly show popular destinations or current user movement. A useful administration view must preserve names, align map coordinates and distinguish live sessions from historical journeys.</a:t>
            </a:r>
          </a:p>
        </p:txBody>
      </p:sp>
      <p:sp>
        <p:nvSpPr>
          <p:cNvPr id="51" name="Objectives content">
            <a:extLst xmlns:a="http://schemas.openxmlformats.org/drawingml/2006/main">
              <a:ext uri="{FF2B5EF4-FFF2-40B4-BE49-F238E27FC236}">
                <a16:creationId xmlns:a16="http://schemas.microsoft.com/office/drawing/2014/main" id="{F2A23EBF-F41D-441F-A140-A4DA9625380E}"/>
              </a:ext>
            </a:extLst>
          </p:cNvPr>
          <p:cNvSpPr>
            <a:spLocks xmlns:a="http://schemas.openxmlformats.org/drawingml/2006/main" noGrp="1"/>
          </p:cNvSpPr>
          <p:nvPr/>
        </p:nvSpPr>
        <p:spPr>
          <a:xfrm xmlns:a="http://schemas.openxmlformats.org/drawingml/2006/main">
            <a:off x="619125" y="12001500"/>
            <a:ext cx="9906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000000"/>
                </a:solidFill>
                <a:latin typeface="Times New Roman"/>
                <a:ea typeface="Times New Roman"/>
                <a:cs typeface="Times New Roman"/>
              </a:defRPr>
            </a:pPr>
            <a:r>
              <a:rPr sz="2625" b="0">
                <a:solidFill>
                  <a:srgbClr val="000000"/>
                </a:solidFill>
                <a:latin typeface="Times New Roman"/>
                <a:ea typeface="Times New Roman"/>
                <a:cs typeface="Times New Roman"/>
              </a:rPr>
              <a:t>Provide day and week navigation summaries with readable destination names.</a:t>
            </a:r>
          </a:p>
          <a:p xmlns:a="http://schemas.openxmlformats.org/drawingml/2006/main">
            <a:pPr algn="l">
              <a:defRPr sz="2625" b="0">
                <a:solidFill>
                  <a:srgbClr val="000000"/>
                </a:solidFill>
                <a:latin typeface="Times New Roman"/>
                <a:ea typeface="Times New Roman"/>
                <a:cs typeface="Times New Roman"/>
              </a:defRPr>
            </a:pPr>
            <a:r>
              <a:rPr sz="2625" b="0">
                <a:solidFill>
                  <a:srgbClr val="000000"/>
                </a:solidFill>
                <a:latin typeface="Times New Roman"/>
                <a:ea typeface="Times New Roman"/>
                <a:cs typeface="Times New Roman"/>
              </a:rPr>
              <a:t>Display named active users on the application’s 2D map with 10, 20, 30 or All markers.</a:t>
            </a:r>
          </a:p>
          <a:p xmlns:a="http://schemas.openxmlformats.org/drawingml/2006/main">
            <a:pPr algn="l">
              <a:defRPr sz="2625" b="0">
                <a:solidFill>
                  <a:srgbClr val="000000"/>
                </a:solidFill>
                <a:latin typeface="Times New Roman"/>
                <a:ea typeface="Times New Roman"/>
                <a:cs typeface="Times New Roman"/>
              </a:defRPr>
            </a:pPr>
            <a:r>
              <a:rPr sz="2625" b="0">
                <a:solidFill>
                  <a:srgbClr val="000000"/>
                </a:solidFill>
                <a:latin typeface="Times New Roman"/>
                <a:ea typeface="Times New Roman"/>
                <a:cs typeface="Times New Roman"/>
              </a:rPr>
              <a:t>Reuse the backend data path and prepare a reproducible VM deployment.</a:t>
            </a:r>
          </a:p>
        </p:txBody>
      </p:sp>
      <p:sp>
        <p:nvSpPr>
          <p:cNvPr id="52" name="Method approach heading">
            <a:extLst xmlns:a="http://schemas.openxmlformats.org/drawingml/2006/main">
              <a:ext uri="{FF2B5EF4-FFF2-40B4-BE49-F238E27FC236}">
                <a16:creationId xmlns:a16="http://schemas.microsoft.com/office/drawing/2014/main" id="{0FF928E8-8D25-4A35-87C5-4F75149B416B}"/>
              </a:ext>
            </a:extLst>
          </p:cNvPr>
          <p:cNvSpPr>
            <a:spLocks xmlns:a="http://schemas.openxmlformats.org/drawingml/2006/main" noGrp="1"/>
          </p:cNvSpPr>
          <p:nvPr/>
        </p:nvSpPr>
        <p:spPr>
          <a:xfrm xmlns:a="http://schemas.openxmlformats.org/drawingml/2006/main">
            <a:off x="647700" y="1619250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Iterative integration</a:t>
            </a:r>
          </a:p>
        </p:txBody>
      </p:sp>
      <p:sp>
        <p:nvSpPr>
          <p:cNvPr id="53" name="Method approach">
            <a:extLst xmlns:a="http://schemas.openxmlformats.org/drawingml/2006/main">
              <a:ext uri="{FF2B5EF4-FFF2-40B4-BE49-F238E27FC236}">
                <a16:creationId xmlns:a16="http://schemas.microsoft.com/office/drawing/2014/main" id="{D373C51E-11AD-4198-ACD9-51D8EB01E295}"/>
              </a:ext>
            </a:extLst>
          </p:cNvPr>
          <p:cNvSpPr>
            <a:spLocks xmlns:a="http://schemas.openxmlformats.org/drawingml/2006/main" noGrp="1"/>
          </p:cNvSpPr>
          <p:nvPr/>
        </p:nvSpPr>
        <p:spPr>
          <a:xfrm xmlns:a="http://schemas.openxmlformats.org/drawingml/2006/main">
            <a:off x="647700" y="16859250"/>
            <a:ext cx="9810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0">
                <a:solidFill>
                  <a:srgbClr val="000000"/>
                </a:solidFill>
                <a:latin typeface="Times New Roman"/>
                <a:ea typeface="Times New Roman"/>
                <a:cs typeface="Times New Roman"/>
              </a:defRPr>
            </a:pPr>
            <a:r>
              <a:rPr sz="2700" b="0">
                <a:solidFill>
                  <a:srgbClr val="000000"/>
                </a:solidFill>
                <a:latin typeface="Times New Roman"/>
                <a:ea typeface="Times New Roman"/>
                <a:cs typeface="Times New Roman"/>
              </a:rPr>
              <a:t>Requirements and prototype feedback guided the two-page interface. API inspection, local simulation and focused tests addressed snapshot completeness, coordinate alignment and visible names.</a:t>
            </a:r>
          </a:p>
        </p:txBody>
      </p:sp>
      <p:sp>
        <p:nvSpPr>
          <p:cNvPr id="54" name="Architecture heading">
            <a:extLst xmlns:a="http://schemas.openxmlformats.org/drawingml/2006/main">
              <a:ext uri="{FF2B5EF4-FFF2-40B4-BE49-F238E27FC236}">
                <a16:creationId xmlns:a16="http://schemas.microsoft.com/office/drawing/2014/main" id="{79DBED9D-4698-430C-B932-FF7DF16136CD}"/>
              </a:ext>
            </a:extLst>
          </p:cNvPr>
          <p:cNvSpPr>
            <a:spLocks xmlns:a="http://schemas.openxmlformats.org/drawingml/2006/main" noGrp="1"/>
          </p:cNvSpPr>
          <p:nvPr/>
        </p:nvSpPr>
        <p:spPr>
          <a:xfrm xmlns:a="http://schemas.openxmlformats.org/drawingml/2006/main">
            <a:off x="647700" y="189547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Backend responsibilities</a:t>
            </a:r>
          </a:p>
        </p:txBody>
      </p:sp>
      <p:sp>
        <p:nvSpPr>
          <p:cNvPr id="55" name="Architecture content">
            <a:extLst xmlns:a="http://schemas.openxmlformats.org/drawingml/2006/main">
              <a:ext uri="{FF2B5EF4-FFF2-40B4-BE49-F238E27FC236}">
                <a16:creationId xmlns:a16="http://schemas.microsoft.com/office/drawing/2014/main" id="{042CBB31-C18F-49C4-A74E-521D6BD8FE55}"/>
              </a:ext>
            </a:extLst>
          </p:cNvPr>
          <p:cNvSpPr>
            <a:spLocks xmlns:a="http://schemas.openxmlformats.org/drawingml/2006/main" noGrp="1"/>
          </p:cNvSpPr>
          <p:nvPr/>
        </p:nvSpPr>
        <p:spPr>
          <a:xfrm xmlns:a="http://schemas.openxmlformats.org/drawingml/2006/main">
            <a:off x="647700" y="19621500"/>
            <a:ext cx="98107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0">
                <a:solidFill>
                  <a:srgbClr val="000000"/>
                </a:solidFill>
                <a:latin typeface="Times New Roman"/>
                <a:ea typeface="Times New Roman"/>
                <a:cs typeface="Times New Roman"/>
              </a:defRPr>
            </a:pPr>
            <a:r>
              <a:rPr sz="2700" b="0">
                <a:solidFill>
                  <a:srgbClr val="000000"/>
                </a:solidFill>
                <a:latin typeface="Times New Roman"/>
                <a:ea typeface="Times New Roman"/>
                <a:cs typeface="Times New Roman"/>
              </a:rPr>
              <a:t>Presence Gateway accepts session updates and serves current floor snapshots.</a:t>
            </a:r>
          </a:p>
          <a:p xmlns:a="http://schemas.openxmlformats.org/drawingml/2006/main">
            <a:r>
              <a:t/>
            </a:r>
          </a:p>
          <a:p xmlns:a="http://schemas.openxmlformats.org/drawingml/2006/main">
            <a:pPr algn="l">
              <a:defRPr sz="2700" b="0">
                <a:solidFill>
                  <a:srgbClr val="000000"/>
                </a:solidFill>
                <a:latin typeface="Times New Roman"/>
                <a:ea typeface="Times New Roman"/>
                <a:cs typeface="Times New Roman"/>
              </a:defRPr>
            </a:pPr>
            <a:r>
              <a:rPr sz="2700" b="0">
                <a:solidFill>
                  <a:srgbClr val="000000"/>
                </a:solidFill>
                <a:latin typeface="Times New Roman"/>
                <a:ea typeface="Times New Roman"/>
                <a:cs typeface="Times New Roman"/>
              </a:rPr>
              <a:t>Trajectory Worker consumes Redis Streams and inserts journey and trajectory records into ClickHouse.</a:t>
            </a:r>
          </a:p>
          <a:p xmlns:a="http://schemas.openxmlformats.org/drawingml/2006/main">
            <a:r>
              <a:t/>
            </a:r>
          </a:p>
          <a:p xmlns:a="http://schemas.openxmlformats.org/drawingml/2006/main">
            <a:pPr algn="l">
              <a:defRPr sz="2700" b="0">
                <a:solidFill>
                  <a:srgbClr val="000000"/>
                </a:solidFill>
                <a:latin typeface="Times New Roman"/>
                <a:ea typeface="Times New Roman"/>
                <a:cs typeface="Times New Roman"/>
              </a:defRPr>
            </a:pPr>
            <a:r>
              <a:rPr sz="2700" b="0">
                <a:solidFill>
                  <a:srgbClr val="000000"/>
                </a:solidFill>
                <a:latin typeface="Times New Roman"/>
                <a:ea typeface="Times New Roman"/>
                <a:cs typeface="Times New Roman"/>
              </a:rPr>
              <a:t>Analytics API aggregates stored journeys for the dashboard. The web server provides same-origin read proxies.</a:t>
            </a:r>
          </a:p>
        </p:txBody>
      </p:sp>
      <p:sp>
        <p:nvSpPr>
          <p:cNvPr id="56" name="Coordinates heading">
            <a:extLst xmlns:a="http://schemas.openxmlformats.org/drawingml/2006/main">
              <a:ext uri="{FF2B5EF4-FFF2-40B4-BE49-F238E27FC236}">
                <a16:creationId xmlns:a16="http://schemas.microsoft.com/office/drawing/2014/main" id="{9B0D82DC-D584-4201-85C1-32412F246B6A}"/>
              </a:ext>
            </a:extLst>
          </p:cNvPr>
          <p:cNvSpPr>
            <a:spLocks xmlns:a="http://schemas.openxmlformats.org/drawingml/2006/main" noGrp="1"/>
          </p:cNvSpPr>
          <p:nvPr/>
        </p:nvSpPr>
        <p:spPr>
          <a:xfrm xmlns:a="http://schemas.openxmlformats.org/drawingml/2006/main">
            <a:off x="647700" y="239077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One shared coordinate frame</a:t>
            </a:r>
          </a:p>
        </p:txBody>
      </p:sp>
      <p:sp>
        <p:nvSpPr>
          <p:cNvPr id="57" name="Coordinates content">
            <a:extLst xmlns:a="http://schemas.openxmlformats.org/drawingml/2006/main">
              <a:ext uri="{FF2B5EF4-FFF2-40B4-BE49-F238E27FC236}">
                <a16:creationId xmlns:a16="http://schemas.microsoft.com/office/drawing/2014/main" id="{7B8F4B4D-5240-4E8F-B334-DCA9B08DB2D9}"/>
              </a:ext>
            </a:extLst>
          </p:cNvPr>
          <p:cNvSpPr>
            <a:spLocks xmlns:a="http://schemas.openxmlformats.org/drawingml/2006/main" noGrp="1"/>
          </p:cNvSpPr>
          <p:nvPr/>
        </p:nvSpPr>
        <p:spPr>
          <a:xfrm xmlns:a="http://schemas.openxmlformats.org/drawingml/2006/main">
            <a:off x="647700" y="24574500"/>
            <a:ext cx="9810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0">
                <a:solidFill>
                  <a:srgbClr val="000000"/>
                </a:solidFill>
                <a:latin typeface="Times New Roman"/>
                <a:ea typeface="Times New Roman"/>
                <a:cs typeface="Times New Roman"/>
              </a:defRPr>
            </a:pPr>
            <a:r>
              <a:rPr sz="2700" b="0">
                <a:solidFill>
                  <a:srgbClr val="000000"/>
                </a:solidFill>
                <a:latin typeface="Times New Roman"/>
                <a:ea typeface="Times New Roman"/>
                <a:cs typeface="Times New Roman"/>
              </a:rPr>
              <a:t>Graph positions are interpolated along edges, then converted using the floor image origin (−256, 256). The map and markers pan and zoom together. A marker limit changes only the visible list, not backend ingestion.</a:t>
            </a:r>
          </a:p>
        </p:txBody>
      </p:sp>
      <p:sp>
        <p:nvSpPr>
          <p:cNvPr id="58" name="Dashboard heading">
            <a:extLst xmlns:a="http://schemas.openxmlformats.org/drawingml/2006/main">
              <a:ext uri="{FF2B5EF4-FFF2-40B4-BE49-F238E27FC236}">
                <a16:creationId xmlns:a16="http://schemas.microsoft.com/office/drawing/2014/main" id="{FD7E61EF-EAD5-4DD4-B308-E14A7D8BBAB3}"/>
              </a:ext>
            </a:extLst>
          </p:cNvPr>
          <p:cNvSpPr>
            <a:spLocks xmlns:a="http://schemas.openxmlformats.org/drawingml/2006/main" noGrp="1"/>
          </p:cNvSpPr>
          <p:nvPr/>
        </p:nvSpPr>
        <p:spPr>
          <a:xfrm xmlns:a="http://schemas.openxmlformats.org/drawingml/2006/main">
            <a:off x="11601450" y="7620000"/>
            <a:ext cx="900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000000"/>
                </a:solidFill>
                <a:latin typeface="Arial"/>
                <a:ea typeface="Arial"/>
                <a:cs typeface="Arial"/>
              </a:defRPr>
            </a:pPr>
            <a:r>
              <a:rPr sz="3150" b="1">
                <a:solidFill>
                  <a:srgbClr val="000000"/>
                </a:solidFill>
                <a:latin typeface="Arial"/>
                <a:ea typeface="Arial"/>
                <a:cs typeface="Arial"/>
              </a:rPr>
              <a:t>Dashboard</a:t>
            </a:r>
          </a:p>
        </p:txBody>
      </p:sp>
      <p:sp>
        <p:nvSpPr>
          <p:cNvPr id="59" name="Dashboard content">
            <a:extLst xmlns:a="http://schemas.openxmlformats.org/drawingml/2006/main">
              <a:ext uri="{FF2B5EF4-FFF2-40B4-BE49-F238E27FC236}">
                <a16:creationId xmlns:a16="http://schemas.microsoft.com/office/drawing/2014/main" id="{F37D984B-E3FF-4185-A188-C0F80234E9A8}"/>
              </a:ext>
            </a:extLst>
          </p:cNvPr>
          <p:cNvSpPr>
            <a:spLocks xmlns:a="http://schemas.openxmlformats.org/drawingml/2006/main" noGrp="1"/>
          </p:cNvSpPr>
          <p:nvPr/>
        </p:nvSpPr>
        <p:spPr>
          <a:xfrm xmlns:a="http://schemas.openxmlformats.org/drawingml/2006/main">
            <a:off x="11601450" y="8343900"/>
            <a:ext cx="90011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0">
                <a:solidFill>
                  <a:srgbClr val="000000"/>
                </a:solidFill>
                <a:latin typeface="Times New Roman"/>
                <a:ea typeface="Times New Roman"/>
                <a:cs typeface="Times New Roman"/>
              </a:defRPr>
            </a:pPr>
            <a:r>
              <a:rPr sz="2700" b="0">
                <a:solidFill>
                  <a:srgbClr val="000000"/>
                </a:solidFill>
                <a:latin typeface="Times New Roman"/>
                <a:ea typeface="Times New Roman"/>
                <a:cs typeface="Times New Roman"/>
              </a:rPr>
              <a:t>Today and week views show navigation starts, journey outcomes, daily activity and popular destinations. Labels use place names such as TA257 and Toilet 1. Counts describe journeys, not unique people.</a:t>
            </a:r>
          </a:p>
        </p:txBody>
      </p:sp>
      <p:sp>
        <p:nvSpPr>
          <p:cNvPr id="60" name="Live map heading">
            <a:extLst xmlns:a="http://schemas.openxmlformats.org/drawingml/2006/main">
              <a:ext uri="{FF2B5EF4-FFF2-40B4-BE49-F238E27FC236}">
                <a16:creationId xmlns:a16="http://schemas.microsoft.com/office/drawing/2014/main" id="{355F2200-C213-4E22-9867-74F1359064C4}"/>
              </a:ext>
            </a:extLst>
          </p:cNvPr>
          <p:cNvSpPr>
            <a:spLocks xmlns:a="http://schemas.openxmlformats.org/drawingml/2006/main" noGrp="1"/>
          </p:cNvSpPr>
          <p:nvPr/>
        </p:nvSpPr>
        <p:spPr>
          <a:xfrm xmlns:a="http://schemas.openxmlformats.org/drawingml/2006/main">
            <a:off x="11601450" y="10763250"/>
            <a:ext cx="900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000000"/>
                </a:solidFill>
                <a:latin typeface="Arial"/>
                <a:ea typeface="Arial"/>
                <a:cs typeface="Arial"/>
              </a:defRPr>
            </a:pPr>
            <a:r>
              <a:rPr sz="3150" b="1">
                <a:solidFill>
                  <a:srgbClr val="000000"/>
                </a:solidFill>
                <a:latin typeface="Arial"/>
                <a:ea typeface="Arial"/>
                <a:cs typeface="Arial"/>
              </a:rPr>
              <a:t>Live map</a:t>
            </a:r>
          </a:p>
        </p:txBody>
      </p:sp>
      <p:sp>
        <p:nvSpPr>
          <p:cNvPr id="61" name="Live map content">
            <a:extLst xmlns:a="http://schemas.openxmlformats.org/drawingml/2006/main">
              <a:ext uri="{FF2B5EF4-FFF2-40B4-BE49-F238E27FC236}">
                <a16:creationId xmlns:a16="http://schemas.microsoft.com/office/drawing/2014/main" id="{80905FD7-BC1D-4CA1-9C32-F9284083893C}"/>
              </a:ext>
            </a:extLst>
          </p:cNvPr>
          <p:cNvSpPr>
            <a:spLocks xmlns:a="http://schemas.openxmlformats.org/drawingml/2006/main" noGrp="1"/>
          </p:cNvSpPr>
          <p:nvPr/>
        </p:nvSpPr>
        <p:spPr>
          <a:xfrm xmlns:a="http://schemas.openxmlformats.org/drawingml/2006/main">
            <a:off x="11601450" y="11477625"/>
            <a:ext cx="9001125"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0">
                <a:solidFill>
                  <a:srgbClr val="000000"/>
                </a:solidFill>
                <a:latin typeface="Times New Roman"/>
                <a:ea typeface="Times New Roman"/>
                <a:cs typeface="Times New Roman"/>
              </a:defRPr>
            </a:pPr>
            <a:r>
              <a:rPr sz="2700" b="0">
                <a:solidFill>
                  <a:srgbClr val="000000"/>
                </a:solidFill>
                <a:latin typeface="Times New Roman"/>
                <a:ea typeface="Times New Roman"/>
                <a:cs typeface="Times New Roman"/>
              </a:rPr>
              <a:t>Named user markers refresh from backend snapshots. Choose 10, 20, 30 or All, then pan, zoom or inspect a user. The administrative reader returns all eligible active sessions.</a:t>
            </a:r>
          </a:p>
        </p:txBody>
      </p:sp>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d1af27a190834f76"/>
          <a:stretch xmlns:a="http://schemas.openxmlformats.org/drawingml/2006/main"/>
        </p:blipFill>
        <p:spPr>
          <a:xfrm xmlns:a="http://schemas.openxmlformats.org/drawingml/2006/main">
            <a:off x="12775406" y="13906500"/>
            <a:ext cx="6643688" cy="8858250"/>
          </a:xfrm>
          <a:prstGeom xmlns:a="http://schemas.openxmlformats.org/drawingml/2006/main" prst="rect">
            <a:avLst/>
          </a:prstGeom>
        </p:spPr>
      </p:pic>
      <p:sp>
        <p:nvSpPr>
          <p:cNvPr id="63" name="Map caption">
            <a:extLst xmlns:a="http://schemas.openxmlformats.org/drawingml/2006/main">
              <a:ext uri="{FF2B5EF4-FFF2-40B4-BE49-F238E27FC236}">
                <a16:creationId xmlns:a16="http://schemas.microsoft.com/office/drawing/2014/main" id="{A5461153-B57F-473D-AD93-899512CFB242}"/>
              </a:ext>
            </a:extLst>
          </p:cNvPr>
          <p:cNvSpPr>
            <a:spLocks xmlns:a="http://schemas.openxmlformats.org/drawingml/2006/main" noGrp="1"/>
          </p:cNvSpPr>
          <p:nvPr/>
        </p:nvSpPr>
        <p:spPr>
          <a:xfrm xmlns:a="http://schemas.openxmlformats.org/drawingml/2006/main">
            <a:off x="11572875" y="22812375"/>
            <a:ext cx="904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Shared Floor 2 map asset used by the app and web client</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Illustration of the map surface, not a live-data screenshot</a:t>
            </a:r>
          </a:p>
        </p:txBody>
      </p:sp>
      <p:sp>
        <p:nvSpPr>
          <p:cNvPr id="64" name="Contribution content">
            <a:extLst xmlns:a="http://schemas.openxmlformats.org/drawingml/2006/main">
              <a:ext uri="{FF2B5EF4-FFF2-40B4-BE49-F238E27FC236}">
                <a16:creationId xmlns:a16="http://schemas.microsoft.com/office/drawing/2014/main" id="{60D8741F-9A29-438B-BE6D-04018A79BA82}"/>
              </a:ext>
            </a:extLst>
          </p:cNvPr>
          <p:cNvSpPr>
            <a:spLocks xmlns:a="http://schemas.openxmlformats.org/drawingml/2006/main" noGrp="1"/>
          </p:cNvSpPr>
          <p:nvPr/>
        </p:nvSpPr>
        <p:spPr>
          <a:xfrm xmlns:a="http://schemas.openxmlformats.org/drawingml/2006/main">
            <a:off x="11572875" y="24907875"/>
            <a:ext cx="90392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0">
                <a:solidFill>
                  <a:srgbClr val="000000"/>
                </a:solidFill>
                <a:latin typeface="Times New Roman"/>
                <a:ea typeface="Times New Roman"/>
                <a:cs typeface="Times New Roman"/>
              </a:defRPr>
            </a:pPr>
            <a:r>
              <a:rPr sz="2700" b="0">
                <a:solidFill>
                  <a:srgbClr val="000000"/>
                </a:solidFill>
                <a:latin typeface="Times New Roman"/>
                <a:ea typeface="Times New Roman"/>
                <a:cs typeface="Times New Roman"/>
              </a:rPr>
              <a:t>A backend-connected view of navigation activity with readable labels, aligned coordinates and separate live and historical data paths. A repeatable simulator supports demonstrations without collecting real students’ locations.</a:t>
            </a:r>
          </a:p>
        </p:txBody>
      </p:sp>
      <p:sp>
        <p:nvSpPr>
          <p:cNvPr id="65" name="Conclusion content">
            <a:extLst xmlns:a="http://schemas.openxmlformats.org/drawingml/2006/main">
              <a:ext uri="{FF2B5EF4-FFF2-40B4-BE49-F238E27FC236}">
                <a16:creationId xmlns:a16="http://schemas.microsoft.com/office/drawing/2014/main" id="{158BBB1C-0096-43AE-A868-28708C25F7BF}"/>
              </a:ext>
            </a:extLst>
          </p:cNvPr>
          <p:cNvSpPr>
            <a:spLocks xmlns:a="http://schemas.openxmlformats.org/drawingml/2006/main" noGrp="1"/>
          </p:cNvSpPr>
          <p:nvPr/>
        </p:nvSpPr>
        <p:spPr>
          <a:xfrm xmlns:a="http://schemas.openxmlformats.org/drawingml/2006/main">
            <a:off x="704850" y="28289250"/>
            <a:ext cx="1990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000000"/>
                </a:solidFill>
                <a:latin typeface="Times New Roman"/>
                <a:ea typeface="Times New Roman"/>
                <a:cs typeface="Times New Roman"/>
              </a:defRPr>
            </a:pPr>
            <a:r>
              <a:rPr sz="2625" b="0">
                <a:solidFill>
                  <a:srgbClr val="000000"/>
                </a:solidFill>
                <a:latin typeface="Times New Roman"/>
                <a:ea typeface="Times New Roman"/>
                <a:cs typeface="Times New Roman"/>
              </a:rPr>
              <a:t>The local prototype delivers a focused dashboard and named live map. Its next milestone is a verified Google Cloud rollout with public HTTPS and private backend HTTP. Administrator access control, stronger event durability and real-world positioning evaluation are required before production use.</a:t>
            </a:r>
          </a:p>
        </p:txBody>
      </p:sp>
    </p:spTree>
    <p:extLst>
      <p:ext uri="{BB962C8B-B14F-4D97-AF65-F5344CB8AC3E}">
        <p14:creationId xmlns:p14="http://schemas.microsoft.com/office/powerpoint/2010/main" val="3036004872"/>
      </p:ext>
    </p:extLst>
  </p:cSld>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lumMod val="110000"/>
                <a:satMod val="105000"/>
                <a:alpha val="100000"/>
              </a:schemeClr>
            </a:gs>
            <a:gs pos="100000">
              <a:schemeClr val="phClr">
                <a:tint val="78000"/>
                <a:lumMod val="100000"/>
                <a:satMod val="109000"/>
                <a:alpha val="92000"/>
              </a:schemeClr>
            </a:gs>
          </a:gsLst>
          <a:lin ang="5400000" scaled="0"/>
        </a:gradFill>
        <a:gradFill rotWithShape="1">
          <a:gsLst>
            <a:gs pos="0">
              <a:schemeClr val="phClr">
                <a:tint val="98000"/>
                <a:lumMod val="104000"/>
                <a:satMod val="110000"/>
              </a:schemeClr>
            </a:gs>
            <a:gs pos="69000">
              <a:schemeClr val="phClr">
                <a:shade val="88000"/>
                <a:lumMod val="92000"/>
                <a:satMod val="130000"/>
              </a:schemeClr>
            </a:gs>
            <a:gs pos="100000">
              <a:schemeClr val="phClr">
                <a:shade val="78000"/>
                <a:lumMod val="92000"/>
                <a:satMod val="130000"/>
              </a:schemeClr>
            </a:gs>
          </a:gsLst>
          <a:lin ang="5400000" scaled="0"/>
        </a:gradFill>
      </a:fillStyleLst>
      <a:lnStyleLst>
        <a:ln w="9525">
          <a:solidFill>
            <a:schemeClr val="ph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effectStyle>
      </a:effectStyleLst>
      <a:bgFillStyleLst>
        <a:solidFill>
          <a:schemeClr val="phClr"/>
        </a:solidFill>
        <a:solidFill>
          <a:schemeClr val="phClr"/>
        </a:solidFill>
        <a:gradFill rotWithShape="1">
          <a:gsLst>
            <a:gs pos="0">
              <a:schemeClr val="phClr">
                <a:tint val="94000"/>
                <a:lumMod val="106000"/>
                <a:satMod val="80000"/>
              </a:schemeClr>
            </a:gs>
            <a:gs pos="100000">
              <a:schemeClr val="phClr">
                <a:shade val="80000"/>
              </a:schemeClr>
            </a:gs>
          </a:gsLst>
          <a:path path="circle">
            <a:fillToRect l="43000" t="0" r="43000" b="10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2026-09-07T02:26:26.0880000Z</dcterms:created>
  <dcterms:modified xsi:type="dcterms:W3CDTF">2026-09-07T02:26:26.0880000Z</dcterms:modified>
</coreProperties>
</file>